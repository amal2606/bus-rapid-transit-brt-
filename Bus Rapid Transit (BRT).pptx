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51B4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51B4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51B4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755" y="1650376"/>
            <a:ext cx="6476999" cy="647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851B4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140" y="181035"/>
            <a:ext cx="18017719" cy="864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51B4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0565" y="1584651"/>
            <a:ext cx="13442950" cy="478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37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2960370" cy="3891915"/>
          </a:xfrm>
          <a:custGeom>
            <a:avLst/>
            <a:gdLst/>
            <a:ahLst/>
            <a:cxnLst/>
            <a:rect l="l" t="t" r="r" b="b"/>
            <a:pathLst>
              <a:path w="2960370" h="3891915">
                <a:moveTo>
                  <a:pt x="1324936" y="3871644"/>
                </a:moveTo>
                <a:lnTo>
                  <a:pt x="596160" y="3871644"/>
                </a:lnTo>
                <a:lnTo>
                  <a:pt x="295017" y="3782744"/>
                </a:lnTo>
                <a:lnTo>
                  <a:pt x="253591" y="3770044"/>
                </a:lnTo>
                <a:lnTo>
                  <a:pt x="212597" y="3744644"/>
                </a:lnTo>
                <a:lnTo>
                  <a:pt x="172048" y="3731944"/>
                </a:lnTo>
                <a:lnTo>
                  <a:pt x="131955" y="3706544"/>
                </a:lnTo>
                <a:lnTo>
                  <a:pt x="92329" y="3693844"/>
                </a:lnTo>
                <a:lnTo>
                  <a:pt x="14526" y="3643044"/>
                </a:lnTo>
                <a:lnTo>
                  <a:pt x="0" y="3638208"/>
                </a:lnTo>
                <a:lnTo>
                  <a:pt x="0" y="0"/>
                </a:lnTo>
                <a:lnTo>
                  <a:pt x="2094683" y="0"/>
                </a:lnTo>
                <a:lnTo>
                  <a:pt x="2127563" y="23544"/>
                </a:lnTo>
                <a:lnTo>
                  <a:pt x="2162464" y="48944"/>
                </a:lnTo>
                <a:lnTo>
                  <a:pt x="2196782" y="74344"/>
                </a:lnTo>
                <a:lnTo>
                  <a:pt x="2230507" y="99744"/>
                </a:lnTo>
                <a:lnTo>
                  <a:pt x="2263625" y="137844"/>
                </a:lnTo>
                <a:lnTo>
                  <a:pt x="2296127" y="163244"/>
                </a:lnTo>
                <a:lnTo>
                  <a:pt x="2328000" y="201344"/>
                </a:lnTo>
                <a:lnTo>
                  <a:pt x="2359234" y="226744"/>
                </a:lnTo>
                <a:lnTo>
                  <a:pt x="2389815" y="264844"/>
                </a:lnTo>
                <a:lnTo>
                  <a:pt x="2419734" y="290244"/>
                </a:lnTo>
                <a:lnTo>
                  <a:pt x="2448978" y="328344"/>
                </a:lnTo>
                <a:lnTo>
                  <a:pt x="2477536" y="366444"/>
                </a:lnTo>
                <a:lnTo>
                  <a:pt x="2505397" y="404544"/>
                </a:lnTo>
                <a:lnTo>
                  <a:pt x="2532548" y="429944"/>
                </a:lnTo>
                <a:lnTo>
                  <a:pt x="2558979" y="468044"/>
                </a:lnTo>
                <a:lnTo>
                  <a:pt x="2584678" y="506144"/>
                </a:lnTo>
                <a:lnTo>
                  <a:pt x="2609634" y="544244"/>
                </a:lnTo>
                <a:lnTo>
                  <a:pt x="2633834" y="582344"/>
                </a:lnTo>
                <a:lnTo>
                  <a:pt x="2657268" y="620444"/>
                </a:lnTo>
                <a:lnTo>
                  <a:pt x="2679923" y="671244"/>
                </a:lnTo>
                <a:lnTo>
                  <a:pt x="2701789" y="709344"/>
                </a:lnTo>
                <a:lnTo>
                  <a:pt x="2722854" y="747444"/>
                </a:lnTo>
                <a:lnTo>
                  <a:pt x="2743107" y="785544"/>
                </a:lnTo>
                <a:lnTo>
                  <a:pt x="2762535" y="823644"/>
                </a:lnTo>
                <a:lnTo>
                  <a:pt x="2781128" y="874444"/>
                </a:lnTo>
                <a:lnTo>
                  <a:pt x="2798874" y="912544"/>
                </a:lnTo>
                <a:lnTo>
                  <a:pt x="2815761" y="963344"/>
                </a:lnTo>
                <a:lnTo>
                  <a:pt x="2831778" y="1001444"/>
                </a:lnTo>
                <a:lnTo>
                  <a:pt x="2846913" y="1052244"/>
                </a:lnTo>
                <a:lnTo>
                  <a:pt x="2861155" y="1090344"/>
                </a:lnTo>
                <a:lnTo>
                  <a:pt x="2874493" y="1141144"/>
                </a:lnTo>
                <a:lnTo>
                  <a:pt x="2886915" y="1179244"/>
                </a:lnTo>
                <a:lnTo>
                  <a:pt x="2898408" y="1230044"/>
                </a:lnTo>
                <a:lnTo>
                  <a:pt x="2908963" y="1280844"/>
                </a:lnTo>
                <a:lnTo>
                  <a:pt x="2918567" y="1318944"/>
                </a:lnTo>
                <a:lnTo>
                  <a:pt x="2927210" y="1369744"/>
                </a:lnTo>
                <a:lnTo>
                  <a:pt x="2934878" y="1420544"/>
                </a:lnTo>
                <a:lnTo>
                  <a:pt x="2941561" y="1471344"/>
                </a:lnTo>
                <a:lnTo>
                  <a:pt x="2947248" y="1509444"/>
                </a:lnTo>
                <a:lnTo>
                  <a:pt x="2951926" y="1560244"/>
                </a:lnTo>
                <a:lnTo>
                  <a:pt x="2955585" y="1611044"/>
                </a:lnTo>
                <a:lnTo>
                  <a:pt x="2958213" y="1661844"/>
                </a:lnTo>
                <a:lnTo>
                  <a:pt x="2959798" y="1712644"/>
                </a:lnTo>
                <a:lnTo>
                  <a:pt x="2960329" y="1763444"/>
                </a:lnTo>
                <a:lnTo>
                  <a:pt x="2959798" y="1814244"/>
                </a:lnTo>
                <a:lnTo>
                  <a:pt x="2958213" y="1865044"/>
                </a:lnTo>
                <a:lnTo>
                  <a:pt x="2955585" y="1903144"/>
                </a:lnTo>
                <a:lnTo>
                  <a:pt x="2951926" y="1953944"/>
                </a:lnTo>
                <a:lnTo>
                  <a:pt x="2947248" y="2004744"/>
                </a:lnTo>
                <a:lnTo>
                  <a:pt x="2941561" y="2055544"/>
                </a:lnTo>
                <a:lnTo>
                  <a:pt x="2934878" y="2106344"/>
                </a:lnTo>
                <a:lnTo>
                  <a:pt x="2927210" y="2157144"/>
                </a:lnTo>
                <a:lnTo>
                  <a:pt x="2918567" y="2195244"/>
                </a:lnTo>
                <a:lnTo>
                  <a:pt x="2908963" y="2246044"/>
                </a:lnTo>
                <a:lnTo>
                  <a:pt x="2898408" y="2296844"/>
                </a:lnTo>
                <a:lnTo>
                  <a:pt x="2886915" y="2334944"/>
                </a:lnTo>
                <a:lnTo>
                  <a:pt x="2874493" y="2385744"/>
                </a:lnTo>
                <a:lnTo>
                  <a:pt x="2861155" y="2423844"/>
                </a:lnTo>
                <a:lnTo>
                  <a:pt x="2846913" y="2474644"/>
                </a:lnTo>
                <a:lnTo>
                  <a:pt x="2831778" y="2512744"/>
                </a:lnTo>
                <a:lnTo>
                  <a:pt x="2815761" y="2563544"/>
                </a:lnTo>
                <a:lnTo>
                  <a:pt x="2798874" y="2601644"/>
                </a:lnTo>
                <a:lnTo>
                  <a:pt x="2781128" y="2652444"/>
                </a:lnTo>
                <a:lnTo>
                  <a:pt x="2762535" y="2690544"/>
                </a:lnTo>
                <a:lnTo>
                  <a:pt x="2743107" y="2728644"/>
                </a:lnTo>
                <a:lnTo>
                  <a:pt x="2722854" y="2779444"/>
                </a:lnTo>
                <a:lnTo>
                  <a:pt x="2701789" y="2817544"/>
                </a:lnTo>
                <a:lnTo>
                  <a:pt x="2679923" y="2855644"/>
                </a:lnTo>
                <a:lnTo>
                  <a:pt x="2657268" y="2893744"/>
                </a:lnTo>
                <a:lnTo>
                  <a:pt x="2633834" y="2931844"/>
                </a:lnTo>
                <a:lnTo>
                  <a:pt x="2609634" y="2969944"/>
                </a:lnTo>
                <a:lnTo>
                  <a:pt x="2584678" y="3008044"/>
                </a:lnTo>
                <a:lnTo>
                  <a:pt x="2558979" y="3046144"/>
                </a:lnTo>
                <a:lnTo>
                  <a:pt x="2532548" y="3084244"/>
                </a:lnTo>
                <a:lnTo>
                  <a:pt x="2505397" y="3122344"/>
                </a:lnTo>
                <a:lnTo>
                  <a:pt x="2477536" y="3160444"/>
                </a:lnTo>
                <a:lnTo>
                  <a:pt x="2448978" y="3185844"/>
                </a:lnTo>
                <a:lnTo>
                  <a:pt x="2419734" y="3223944"/>
                </a:lnTo>
                <a:lnTo>
                  <a:pt x="2389815" y="3262044"/>
                </a:lnTo>
                <a:lnTo>
                  <a:pt x="2359234" y="3287444"/>
                </a:lnTo>
                <a:lnTo>
                  <a:pt x="2328000" y="3325544"/>
                </a:lnTo>
                <a:lnTo>
                  <a:pt x="2296127" y="3350944"/>
                </a:lnTo>
                <a:lnTo>
                  <a:pt x="2263625" y="3389044"/>
                </a:lnTo>
                <a:lnTo>
                  <a:pt x="2230507" y="3414444"/>
                </a:lnTo>
                <a:lnTo>
                  <a:pt x="2196782" y="3439844"/>
                </a:lnTo>
                <a:lnTo>
                  <a:pt x="2162464" y="3477944"/>
                </a:lnTo>
                <a:lnTo>
                  <a:pt x="2127563" y="3503344"/>
                </a:lnTo>
                <a:lnTo>
                  <a:pt x="2092091" y="3528744"/>
                </a:lnTo>
                <a:lnTo>
                  <a:pt x="2056060" y="3554144"/>
                </a:lnTo>
                <a:lnTo>
                  <a:pt x="2019481" y="3579544"/>
                </a:lnTo>
                <a:lnTo>
                  <a:pt x="1944724" y="3630344"/>
                </a:lnTo>
                <a:lnTo>
                  <a:pt x="1906570" y="3643044"/>
                </a:lnTo>
                <a:lnTo>
                  <a:pt x="1828767" y="3693844"/>
                </a:lnTo>
                <a:lnTo>
                  <a:pt x="1789141" y="3706544"/>
                </a:lnTo>
                <a:lnTo>
                  <a:pt x="1749048" y="3731944"/>
                </a:lnTo>
                <a:lnTo>
                  <a:pt x="1708499" y="3744644"/>
                </a:lnTo>
                <a:lnTo>
                  <a:pt x="1667505" y="3770044"/>
                </a:lnTo>
                <a:lnTo>
                  <a:pt x="1626079" y="3782744"/>
                </a:lnTo>
                <a:lnTo>
                  <a:pt x="1324936" y="3871644"/>
                </a:lnTo>
                <a:close/>
              </a:path>
              <a:path w="2960370" h="3891915">
                <a:moveTo>
                  <a:pt x="1235655" y="3884344"/>
                </a:moveTo>
                <a:lnTo>
                  <a:pt x="685441" y="3884344"/>
                </a:lnTo>
                <a:lnTo>
                  <a:pt x="640636" y="3871644"/>
                </a:lnTo>
                <a:lnTo>
                  <a:pt x="1280460" y="3871644"/>
                </a:lnTo>
                <a:lnTo>
                  <a:pt x="1235655" y="3884344"/>
                </a:lnTo>
                <a:close/>
              </a:path>
              <a:path w="2960370" h="3891915">
                <a:moveTo>
                  <a:pt x="1164010" y="3891758"/>
                </a:moveTo>
                <a:lnTo>
                  <a:pt x="757086" y="3891758"/>
                </a:lnTo>
                <a:lnTo>
                  <a:pt x="730565" y="3884344"/>
                </a:lnTo>
                <a:lnTo>
                  <a:pt x="1190531" y="3884344"/>
                </a:lnTo>
                <a:lnTo>
                  <a:pt x="1164010" y="3891758"/>
                </a:lnTo>
                <a:close/>
              </a:path>
            </a:pathLst>
          </a:custGeom>
          <a:solidFill>
            <a:srgbClr val="B37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85674" y="0"/>
            <a:ext cx="3101975" cy="777875"/>
          </a:xfrm>
          <a:custGeom>
            <a:avLst/>
            <a:gdLst/>
            <a:ahLst/>
            <a:cxnLst/>
            <a:rect l="l" t="t" r="r" b="b"/>
            <a:pathLst>
              <a:path w="3101975" h="777875">
                <a:moveTo>
                  <a:pt x="1915090" y="757514"/>
                </a:moveTo>
                <a:lnTo>
                  <a:pt x="1186314" y="757514"/>
                </a:lnTo>
                <a:lnTo>
                  <a:pt x="885171" y="668614"/>
                </a:lnTo>
                <a:lnTo>
                  <a:pt x="843745" y="655914"/>
                </a:lnTo>
                <a:lnTo>
                  <a:pt x="802751" y="630514"/>
                </a:lnTo>
                <a:lnTo>
                  <a:pt x="762202" y="617814"/>
                </a:lnTo>
                <a:lnTo>
                  <a:pt x="722109" y="592414"/>
                </a:lnTo>
                <a:lnTo>
                  <a:pt x="682483" y="579714"/>
                </a:lnTo>
                <a:lnTo>
                  <a:pt x="604680" y="528914"/>
                </a:lnTo>
                <a:lnTo>
                  <a:pt x="566526" y="516214"/>
                </a:lnTo>
                <a:lnTo>
                  <a:pt x="491769" y="465414"/>
                </a:lnTo>
                <a:lnTo>
                  <a:pt x="455190" y="440014"/>
                </a:lnTo>
                <a:lnTo>
                  <a:pt x="419159" y="414614"/>
                </a:lnTo>
                <a:lnTo>
                  <a:pt x="383687" y="389214"/>
                </a:lnTo>
                <a:lnTo>
                  <a:pt x="348786" y="363814"/>
                </a:lnTo>
                <a:lnTo>
                  <a:pt x="314468" y="325714"/>
                </a:lnTo>
                <a:lnTo>
                  <a:pt x="280743" y="300314"/>
                </a:lnTo>
                <a:lnTo>
                  <a:pt x="247625" y="274914"/>
                </a:lnTo>
                <a:lnTo>
                  <a:pt x="215123" y="236814"/>
                </a:lnTo>
                <a:lnTo>
                  <a:pt x="183250" y="211414"/>
                </a:lnTo>
                <a:lnTo>
                  <a:pt x="152016" y="173314"/>
                </a:lnTo>
                <a:lnTo>
                  <a:pt x="121435" y="147914"/>
                </a:lnTo>
                <a:lnTo>
                  <a:pt x="91516" y="109814"/>
                </a:lnTo>
                <a:lnTo>
                  <a:pt x="62272" y="71714"/>
                </a:lnTo>
                <a:lnTo>
                  <a:pt x="33714" y="46314"/>
                </a:lnTo>
                <a:lnTo>
                  <a:pt x="5853" y="8214"/>
                </a:lnTo>
                <a:lnTo>
                  <a:pt x="0" y="0"/>
                </a:lnTo>
                <a:lnTo>
                  <a:pt x="3101404" y="0"/>
                </a:lnTo>
                <a:lnTo>
                  <a:pt x="3095551" y="8214"/>
                </a:lnTo>
                <a:lnTo>
                  <a:pt x="3067690" y="46314"/>
                </a:lnTo>
                <a:lnTo>
                  <a:pt x="3039132" y="71714"/>
                </a:lnTo>
                <a:lnTo>
                  <a:pt x="3009888" y="109814"/>
                </a:lnTo>
                <a:lnTo>
                  <a:pt x="2979969" y="147914"/>
                </a:lnTo>
                <a:lnTo>
                  <a:pt x="2949388" y="173314"/>
                </a:lnTo>
                <a:lnTo>
                  <a:pt x="2918154" y="211414"/>
                </a:lnTo>
                <a:lnTo>
                  <a:pt x="2886281" y="236814"/>
                </a:lnTo>
                <a:lnTo>
                  <a:pt x="2853779" y="274914"/>
                </a:lnTo>
                <a:lnTo>
                  <a:pt x="2820661" y="300314"/>
                </a:lnTo>
                <a:lnTo>
                  <a:pt x="2786936" y="325714"/>
                </a:lnTo>
                <a:lnTo>
                  <a:pt x="2752618" y="363814"/>
                </a:lnTo>
                <a:lnTo>
                  <a:pt x="2717717" y="389214"/>
                </a:lnTo>
                <a:lnTo>
                  <a:pt x="2682245" y="414614"/>
                </a:lnTo>
                <a:lnTo>
                  <a:pt x="2646214" y="440014"/>
                </a:lnTo>
                <a:lnTo>
                  <a:pt x="2609635" y="465414"/>
                </a:lnTo>
                <a:lnTo>
                  <a:pt x="2534878" y="516214"/>
                </a:lnTo>
                <a:lnTo>
                  <a:pt x="2496724" y="528914"/>
                </a:lnTo>
                <a:lnTo>
                  <a:pt x="2418921" y="579714"/>
                </a:lnTo>
                <a:lnTo>
                  <a:pt x="2379295" y="592414"/>
                </a:lnTo>
                <a:lnTo>
                  <a:pt x="2339202" y="617814"/>
                </a:lnTo>
                <a:lnTo>
                  <a:pt x="2298653" y="630514"/>
                </a:lnTo>
                <a:lnTo>
                  <a:pt x="2257659" y="655914"/>
                </a:lnTo>
                <a:lnTo>
                  <a:pt x="2216233" y="668614"/>
                </a:lnTo>
                <a:lnTo>
                  <a:pt x="1915090" y="757514"/>
                </a:lnTo>
                <a:close/>
              </a:path>
              <a:path w="3101975" h="777875">
                <a:moveTo>
                  <a:pt x="1825809" y="770214"/>
                </a:moveTo>
                <a:lnTo>
                  <a:pt x="1275595" y="770214"/>
                </a:lnTo>
                <a:lnTo>
                  <a:pt x="1230790" y="757514"/>
                </a:lnTo>
                <a:lnTo>
                  <a:pt x="1870614" y="757514"/>
                </a:lnTo>
                <a:lnTo>
                  <a:pt x="1825809" y="770214"/>
                </a:lnTo>
                <a:close/>
              </a:path>
              <a:path w="3101975" h="777875">
                <a:moveTo>
                  <a:pt x="1754164" y="777628"/>
                </a:moveTo>
                <a:lnTo>
                  <a:pt x="1347240" y="777628"/>
                </a:lnTo>
                <a:lnTo>
                  <a:pt x="1320719" y="770214"/>
                </a:lnTo>
                <a:lnTo>
                  <a:pt x="1780685" y="770214"/>
                </a:lnTo>
                <a:lnTo>
                  <a:pt x="1754164" y="777628"/>
                </a:lnTo>
                <a:close/>
              </a:path>
            </a:pathLst>
          </a:custGeom>
          <a:solidFill>
            <a:srgbClr val="B37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49228" y="3604738"/>
            <a:ext cx="1739264" cy="4246245"/>
          </a:xfrm>
          <a:custGeom>
            <a:avLst/>
            <a:gdLst/>
            <a:ahLst/>
            <a:cxnLst/>
            <a:rect l="l" t="t" r="r" b="b"/>
            <a:pathLst>
              <a:path w="1739265" h="4246245">
                <a:moveTo>
                  <a:pt x="1738771" y="4245767"/>
                </a:moveTo>
                <a:lnTo>
                  <a:pt x="1724674" y="4245767"/>
                </a:lnTo>
                <a:lnTo>
                  <a:pt x="1679868" y="4233067"/>
                </a:lnTo>
                <a:lnTo>
                  <a:pt x="1635392" y="4233067"/>
                </a:lnTo>
                <a:lnTo>
                  <a:pt x="1334250" y="4144167"/>
                </a:lnTo>
                <a:lnTo>
                  <a:pt x="1292823" y="4131467"/>
                </a:lnTo>
                <a:lnTo>
                  <a:pt x="1251830" y="4106067"/>
                </a:lnTo>
                <a:lnTo>
                  <a:pt x="1211280" y="4093367"/>
                </a:lnTo>
                <a:lnTo>
                  <a:pt x="1171187" y="4067967"/>
                </a:lnTo>
                <a:lnTo>
                  <a:pt x="1131562" y="4055267"/>
                </a:lnTo>
                <a:lnTo>
                  <a:pt x="1053759" y="4004467"/>
                </a:lnTo>
                <a:lnTo>
                  <a:pt x="1015604" y="3991767"/>
                </a:lnTo>
                <a:lnTo>
                  <a:pt x="940848" y="3940967"/>
                </a:lnTo>
                <a:lnTo>
                  <a:pt x="904268" y="3915567"/>
                </a:lnTo>
                <a:lnTo>
                  <a:pt x="868237" y="3890167"/>
                </a:lnTo>
                <a:lnTo>
                  <a:pt x="832765" y="3864767"/>
                </a:lnTo>
                <a:lnTo>
                  <a:pt x="797864" y="3839367"/>
                </a:lnTo>
                <a:lnTo>
                  <a:pt x="763546" y="3801267"/>
                </a:lnTo>
                <a:lnTo>
                  <a:pt x="729822" y="3775867"/>
                </a:lnTo>
                <a:lnTo>
                  <a:pt x="696703" y="3750467"/>
                </a:lnTo>
                <a:lnTo>
                  <a:pt x="664201" y="3712367"/>
                </a:lnTo>
                <a:lnTo>
                  <a:pt x="632328" y="3686967"/>
                </a:lnTo>
                <a:lnTo>
                  <a:pt x="601095" y="3648867"/>
                </a:lnTo>
                <a:lnTo>
                  <a:pt x="570513" y="3623467"/>
                </a:lnTo>
                <a:lnTo>
                  <a:pt x="540594" y="3585367"/>
                </a:lnTo>
                <a:lnTo>
                  <a:pt x="511350" y="3547267"/>
                </a:lnTo>
                <a:lnTo>
                  <a:pt x="482792" y="3521867"/>
                </a:lnTo>
                <a:lnTo>
                  <a:pt x="454932" y="3483767"/>
                </a:lnTo>
                <a:lnTo>
                  <a:pt x="427780" y="3445667"/>
                </a:lnTo>
                <a:lnTo>
                  <a:pt x="401349" y="3407567"/>
                </a:lnTo>
                <a:lnTo>
                  <a:pt x="375650" y="3369467"/>
                </a:lnTo>
                <a:lnTo>
                  <a:pt x="350695" y="3331367"/>
                </a:lnTo>
                <a:lnTo>
                  <a:pt x="326495" y="3293267"/>
                </a:lnTo>
                <a:lnTo>
                  <a:pt x="303061" y="3255167"/>
                </a:lnTo>
                <a:lnTo>
                  <a:pt x="280405" y="3217067"/>
                </a:lnTo>
                <a:lnTo>
                  <a:pt x="258539" y="3178967"/>
                </a:lnTo>
                <a:lnTo>
                  <a:pt x="237474" y="3140867"/>
                </a:lnTo>
                <a:lnTo>
                  <a:pt x="217222" y="3090067"/>
                </a:lnTo>
                <a:lnTo>
                  <a:pt x="197793" y="3051967"/>
                </a:lnTo>
                <a:lnTo>
                  <a:pt x="179201" y="3013867"/>
                </a:lnTo>
                <a:lnTo>
                  <a:pt x="161455" y="2963067"/>
                </a:lnTo>
                <a:lnTo>
                  <a:pt x="144568" y="2924967"/>
                </a:lnTo>
                <a:lnTo>
                  <a:pt x="128551" y="2874167"/>
                </a:lnTo>
                <a:lnTo>
                  <a:pt x="113415" y="2836067"/>
                </a:lnTo>
                <a:lnTo>
                  <a:pt x="99173" y="2785267"/>
                </a:lnTo>
                <a:lnTo>
                  <a:pt x="85836" y="2747167"/>
                </a:lnTo>
                <a:lnTo>
                  <a:pt x="73414" y="2696367"/>
                </a:lnTo>
                <a:lnTo>
                  <a:pt x="61920" y="2658267"/>
                </a:lnTo>
                <a:lnTo>
                  <a:pt x="51365" y="2607467"/>
                </a:lnTo>
                <a:lnTo>
                  <a:pt x="41761" y="2556667"/>
                </a:lnTo>
                <a:lnTo>
                  <a:pt x="33119" y="2518567"/>
                </a:lnTo>
                <a:lnTo>
                  <a:pt x="25451" y="2467767"/>
                </a:lnTo>
                <a:lnTo>
                  <a:pt x="18767" y="2416967"/>
                </a:lnTo>
                <a:lnTo>
                  <a:pt x="13081" y="2366167"/>
                </a:lnTo>
                <a:lnTo>
                  <a:pt x="8402" y="2315367"/>
                </a:lnTo>
                <a:lnTo>
                  <a:pt x="4743" y="2264567"/>
                </a:lnTo>
                <a:lnTo>
                  <a:pt x="2115" y="2226467"/>
                </a:lnTo>
                <a:lnTo>
                  <a:pt x="530" y="2175667"/>
                </a:lnTo>
                <a:lnTo>
                  <a:pt x="0" y="2124867"/>
                </a:lnTo>
                <a:lnTo>
                  <a:pt x="530" y="2074067"/>
                </a:lnTo>
                <a:lnTo>
                  <a:pt x="2115" y="2023267"/>
                </a:lnTo>
                <a:lnTo>
                  <a:pt x="4743" y="1972467"/>
                </a:lnTo>
                <a:lnTo>
                  <a:pt x="8402" y="1921667"/>
                </a:lnTo>
                <a:lnTo>
                  <a:pt x="13081" y="1870867"/>
                </a:lnTo>
                <a:lnTo>
                  <a:pt x="18767" y="1832767"/>
                </a:lnTo>
                <a:lnTo>
                  <a:pt x="25451" y="1781967"/>
                </a:lnTo>
                <a:lnTo>
                  <a:pt x="33119" y="1731167"/>
                </a:lnTo>
                <a:lnTo>
                  <a:pt x="41761" y="1680367"/>
                </a:lnTo>
                <a:lnTo>
                  <a:pt x="51365" y="1642267"/>
                </a:lnTo>
                <a:lnTo>
                  <a:pt x="61920" y="1591467"/>
                </a:lnTo>
                <a:lnTo>
                  <a:pt x="73414" y="1540667"/>
                </a:lnTo>
                <a:lnTo>
                  <a:pt x="85836" y="1502567"/>
                </a:lnTo>
                <a:lnTo>
                  <a:pt x="99173" y="1451767"/>
                </a:lnTo>
                <a:lnTo>
                  <a:pt x="113415" y="1413667"/>
                </a:lnTo>
                <a:lnTo>
                  <a:pt x="128551" y="1362867"/>
                </a:lnTo>
                <a:lnTo>
                  <a:pt x="144568" y="1324767"/>
                </a:lnTo>
                <a:lnTo>
                  <a:pt x="161455" y="1273967"/>
                </a:lnTo>
                <a:lnTo>
                  <a:pt x="179201" y="1235867"/>
                </a:lnTo>
                <a:lnTo>
                  <a:pt x="197793" y="1185067"/>
                </a:lnTo>
                <a:lnTo>
                  <a:pt x="217222" y="1146967"/>
                </a:lnTo>
                <a:lnTo>
                  <a:pt x="237474" y="1108867"/>
                </a:lnTo>
                <a:lnTo>
                  <a:pt x="258539" y="1070767"/>
                </a:lnTo>
                <a:lnTo>
                  <a:pt x="280405" y="1032667"/>
                </a:lnTo>
                <a:lnTo>
                  <a:pt x="303061" y="981867"/>
                </a:lnTo>
                <a:lnTo>
                  <a:pt x="326495" y="943767"/>
                </a:lnTo>
                <a:lnTo>
                  <a:pt x="350695" y="905667"/>
                </a:lnTo>
                <a:lnTo>
                  <a:pt x="375650" y="867567"/>
                </a:lnTo>
                <a:lnTo>
                  <a:pt x="401349" y="829467"/>
                </a:lnTo>
                <a:lnTo>
                  <a:pt x="427780" y="791367"/>
                </a:lnTo>
                <a:lnTo>
                  <a:pt x="454932" y="765967"/>
                </a:lnTo>
                <a:lnTo>
                  <a:pt x="482792" y="727867"/>
                </a:lnTo>
                <a:lnTo>
                  <a:pt x="511350" y="689767"/>
                </a:lnTo>
                <a:lnTo>
                  <a:pt x="540594" y="651667"/>
                </a:lnTo>
                <a:lnTo>
                  <a:pt x="570513" y="626267"/>
                </a:lnTo>
                <a:lnTo>
                  <a:pt x="601095" y="588167"/>
                </a:lnTo>
                <a:lnTo>
                  <a:pt x="632328" y="562767"/>
                </a:lnTo>
                <a:lnTo>
                  <a:pt x="664201" y="524667"/>
                </a:lnTo>
                <a:lnTo>
                  <a:pt x="696703" y="499267"/>
                </a:lnTo>
                <a:lnTo>
                  <a:pt x="729822" y="461167"/>
                </a:lnTo>
                <a:lnTo>
                  <a:pt x="763546" y="435767"/>
                </a:lnTo>
                <a:lnTo>
                  <a:pt x="797864" y="410367"/>
                </a:lnTo>
                <a:lnTo>
                  <a:pt x="832765" y="384967"/>
                </a:lnTo>
                <a:lnTo>
                  <a:pt x="868237" y="359567"/>
                </a:lnTo>
                <a:lnTo>
                  <a:pt x="904268" y="334167"/>
                </a:lnTo>
                <a:lnTo>
                  <a:pt x="940848" y="308767"/>
                </a:lnTo>
                <a:lnTo>
                  <a:pt x="1015604" y="257967"/>
                </a:lnTo>
                <a:lnTo>
                  <a:pt x="1092415" y="207167"/>
                </a:lnTo>
                <a:lnTo>
                  <a:pt x="1131562" y="194467"/>
                </a:lnTo>
                <a:lnTo>
                  <a:pt x="1171187" y="169067"/>
                </a:lnTo>
                <a:lnTo>
                  <a:pt x="1211280" y="156367"/>
                </a:lnTo>
                <a:lnTo>
                  <a:pt x="1251830" y="130967"/>
                </a:lnTo>
                <a:lnTo>
                  <a:pt x="1334250" y="105567"/>
                </a:lnTo>
                <a:lnTo>
                  <a:pt x="1376098" y="80167"/>
                </a:lnTo>
                <a:lnTo>
                  <a:pt x="1547474" y="29367"/>
                </a:lnTo>
                <a:lnTo>
                  <a:pt x="1591257" y="29367"/>
                </a:lnTo>
                <a:lnTo>
                  <a:pt x="1679868" y="3967"/>
                </a:lnTo>
                <a:lnTo>
                  <a:pt x="1724674" y="3967"/>
                </a:lnTo>
                <a:lnTo>
                  <a:pt x="1738771" y="0"/>
                </a:lnTo>
                <a:lnTo>
                  <a:pt x="1738771" y="4245767"/>
                </a:lnTo>
                <a:close/>
              </a:path>
            </a:pathLst>
          </a:custGeom>
          <a:solidFill>
            <a:srgbClr val="B37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8959706"/>
            <a:ext cx="2809875" cy="1327785"/>
          </a:xfrm>
          <a:custGeom>
            <a:avLst/>
            <a:gdLst/>
            <a:ahLst/>
            <a:cxnLst/>
            <a:rect l="l" t="t" r="r" b="b"/>
            <a:pathLst>
              <a:path w="2809875" h="1327784">
                <a:moveTo>
                  <a:pt x="1145102" y="12699"/>
                </a:moveTo>
                <a:lnTo>
                  <a:pt x="775995" y="12699"/>
                </a:lnTo>
                <a:lnTo>
                  <a:pt x="821719" y="0"/>
                </a:lnTo>
                <a:lnTo>
                  <a:pt x="1099377" y="0"/>
                </a:lnTo>
                <a:lnTo>
                  <a:pt x="1145102" y="12699"/>
                </a:lnTo>
                <a:close/>
              </a:path>
              <a:path w="2809875" h="1327784">
                <a:moveTo>
                  <a:pt x="1235655" y="25399"/>
                </a:moveTo>
                <a:lnTo>
                  <a:pt x="685441" y="25399"/>
                </a:lnTo>
                <a:lnTo>
                  <a:pt x="730565" y="12699"/>
                </a:lnTo>
                <a:lnTo>
                  <a:pt x="1190531" y="12699"/>
                </a:lnTo>
                <a:lnTo>
                  <a:pt x="1235655" y="25399"/>
                </a:lnTo>
                <a:close/>
              </a:path>
              <a:path w="2809875" h="1327784">
                <a:moveTo>
                  <a:pt x="1369072" y="50799"/>
                </a:moveTo>
                <a:lnTo>
                  <a:pt x="552025" y="50799"/>
                </a:lnTo>
                <a:lnTo>
                  <a:pt x="640636" y="25399"/>
                </a:lnTo>
                <a:lnTo>
                  <a:pt x="1280460" y="25399"/>
                </a:lnTo>
                <a:lnTo>
                  <a:pt x="1369072" y="50799"/>
                </a:lnTo>
                <a:close/>
              </a:path>
              <a:path w="2809875" h="1327784">
                <a:moveTo>
                  <a:pt x="2809476" y="1327292"/>
                </a:moveTo>
                <a:lnTo>
                  <a:pt x="0" y="1327292"/>
                </a:lnTo>
                <a:lnTo>
                  <a:pt x="0" y="263773"/>
                </a:lnTo>
                <a:lnTo>
                  <a:pt x="53183" y="228599"/>
                </a:lnTo>
                <a:lnTo>
                  <a:pt x="92329" y="215899"/>
                </a:lnTo>
                <a:lnTo>
                  <a:pt x="131955" y="190499"/>
                </a:lnTo>
                <a:lnTo>
                  <a:pt x="172048" y="177799"/>
                </a:lnTo>
                <a:lnTo>
                  <a:pt x="212597" y="152399"/>
                </a:lnTo>
                <a:lnTo>
                  <a:pt x="295017" y="126999"/>
                </a:lnTo>
                <a:lnTo>
                  <a:pt x="336865" y="101599"/>
                </a:lnTo>
                <a:lnTo>
                  <a:pt x="508242" y="50799"/>
                </a:lnTo>
                <a:lnTo>
                  <a:pt x="1412854" y="50799"/>
                </a:lnTo>
                <a:lnTo>
                  <a:pt x="1584231" y="101599"/>
                </a:lnTo>
                <a:lnTo>
                  <a:pt x="1626079" y="126999"/>
                </a:lnTo>
                <a:lnTo>
                  <a:pt x="1708499" y="152399"/>
                </a:lnTo>
                <a:lnTo>
                  <a:pt x="1749048" y="177799"/>
                </a:lnTo>
                <a:lnTo>
                  <a:pt x="1789141" y="190499"/>
                </a:lnTo>
                <a:lnTo>
                  <a:pt x="1828767" y="215899"/>
                </a:lnTo>
                <a:lnTo>
                  <a:pt x="1867914" y="228599"/>
                </a:lnTo>
                <a:lnTo>
                  <a:pt x="1944724" y="279399"/>
                </a:lnTo>
                <a:lnTo>
                  <a:pt x="2019481" y="330199"/>
                </a:lnTo>
                <a:lnTo>
                  <a:pt x="2056060" y="355599"/>
                </a:lnTo>
                <a:lnTo>
                  <a:pt x="2092091" y="380999"/>
                </a:lnTo>
                <a:lnTo>
                  <a:pt x="2127563" y="406399"/>
                </a:lnTo>
                <a:lnTo>
                  <a:pt x="2162464" y="431799"/>
                </a:lnTo>
                <a:lnTo>
                  <a:pt x="2196782" y="457199"/>
                </a:lnTo>
                <a:lnTo>
                  <a:pt x="2230507" y="482599"/>
                </a:lnTo>
                <a:lnTo>
                  <a:pt x="2263625" y="520699"/>
                </a:lnTo>
                <a:lnTo>
                  <a:pt x="2296127" y="546099"/>
                </a:lnTo>
                <a:lnTo>
                  <a:pt x="2328000" y="584199"/>
                </a:lnTo>
                <a:lnTo>
                  <a:pt x="2359234" y="609599"/>
                </a:lnTo>
                <a:lnTo>
                  <a:pt x="2389815" y="647699"/>
                </a:lnTo>
                <a:lnTo>
                  <a:pt x="2419734" y="673099"/>
                </a:lnTo>
                <a:lnTo>
                  <a:pt x="2448978" y="711199"/>
                </a:lnTo>
                <a:lnTo>
                  <a:pt x="2477536" y="749299"/>
                </a:lnTo>
                <a:lnTo>
                  <a:pt x="2505397" y="787399"/>
                </a:lnTo>
                <a:lnTo>
                  <a:pt x="2532548" y="812799"/>
                </a:lnTo>
                <a:lnTo>
                  <a:pt x="2558979" y="850899"/>
                </a:lnTo>
                <a:lnTo>
                  <a:pt x="2584678" y="888999"/>
                </a:lnTo>
                <a:lnTo>
                  <a:pt x="2609634" y="927099"/>
                </a:lnTo>
                <a:lnTo>
                  <a:pt x="2633834" y="965199"/>
                </a:lnTo>
                <a:lnTo>
                  <a:pt x="2657268" y="1003299"/>
                </a:lnTo>
                <a:lnTo>
                  <a:pt x="2679923" y="1054099"/>
                </a:lnTo>
                <a:lnTo>
                  <a:pt x="2701789" y="1092199"/>
                </a:lnTo>
                <a:lnTo>
                  <a:pt x="2722854" y="1130299"/>
                </a:lnTo>
                <a:lnTo>
                  <a:pt x="2743107" y="1168399"/>
                </a:lnTo>
                <a:lnTo>
                  <a:pt x="2762535" y="1206499"/>
                </a:lnTo>
                <a:lnTo>
                  <a:pt x="2781128" y="1257299"/>
                </a:lnTo>
                <a:lnTo>
                  <a:pt x="2798874" y="1295399"/>
                </a:lnTo>
                <a:lnTo>
                  <a:pt x="2809476" y="1327292"/>
                </a:lnTo>
                <a:close/>
              </a:path>
            </a:pathLst>
          </a:custGeom>
          <a:solidFill>
            <a:srgbClr val="B37D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65409" y="4150935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FFFF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65409" y="7720906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FFFF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0125296" y="3129724"/>
            <a:ext cx="7862570" cy="7157720"/>
            <a:chOff x="10125296" y="3129724"/>
            <a:chExt cx="7862570" cy="71577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82657" y="4150935"/>
              <a:ext cx="5505449" cy="52863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90419" y="3129724"/>
              <a:ext cx="2924174" cy="28765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25610" y="7515399"/>
              <a:ext cx="2924174" cy="2771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10772" y="7359501"/>
              <a:ext cx="2876549" cy="29241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25296" y="3256525"/>
              <a:ext cx="2876549" cy="2924174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053006" y="1207299"/>
            <a:ext cx="1147000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spc="180" dirty="0">
                <a:solidFill>
                  <a:srgbClr val="FAF7F9"/>
                </a:solidFill>
              </a:rPr>
              <a:t>Bus</a:t>
            </a:r>
            <a:r>
              <a:rPr sz="8500" spc="650" dirty="0">
                <a:solidFill>
                  <a:srgbClr val="FAF7F9"/>
                </a:solidFill>
              </a:rPr>
              <a:t> </a:t>
            </a:r>
            <a:r>
              <a:rPr sz="8500" spc="95" dirty="0">
                <a:solidFill>
                  <a:srgbClr val="FAF7F9"/>
                </a:solidFill>
              </a:rPr>
              <a:t>Rapid</a:t>
            </a:r>
            <a:r>
              <a:rPr sz="8500" spc="655" dirty="0">
                <a:solidFill>
                  <a:srgbClr val="FAF7F9"/>
                </a:solidFill>
              </a:rPr>
              <a:t> </a:t>
            </a:r>
            <a:r>
              <a:rPr sz="8500" spc="-490" dirty="0">
                <a:solidFill>
                  <a:srgbClr val="FAF7F9"/>
                </a:solidFill>
              </a:rPr>
              <a:t>T</a:t>
            </a:r>
            <a:r>
              <a:rPr sz="8500" spc="-40" dirty="0">
                <a:solidFill>
                  <a:srgbClr val="FAF7F9"/>
                </a:solidFill>
              </a:rPr>
              <a:t>r</a:t>
            </a:r>
            <a:r>
              <a:rPr sz="8500" spc="50" dirty="0">
                <a:solidFill>
                  <a:srgbClr val="FAF7F9"/>
                </a:solidFill>
              </a:rPr>
              <a:t>a</a:t>
            </a:r>
            <a:r>
              <a:rPr sz="8500" spc="305" dirty="0">
                <a:solidFill>
                  <a:srgbClr val="FAF7F9"/>
                </a:solidFill>
              </a:rPr>
              <a:t>n</a:t>
            </a:r>
            <a:r>
              <a:rPr sz="8500" spc="150" dirty="0">
                <a:solidFill>
                  <a:srgbClr val="FAF7F9"/>
                </a:solidFill>
              </a:rPr>
              <a:t>s</a:t>
            </a:r>
            <a:r>
              <a:rPr sz="8500" spc="-130" dirty="0">
                <a:solidFill>
                  <a:srgbClr val="FAF7F9"/>
                </a:solidFill>
              </a:rPr>
              <a:t>i</a:t>
            </a:r>
            <a:r>
              <a:rPr sz="8500" spc="155" dirty="0">
                <a:solidFill>
                  <a:srgbClr val="FAF7F9"/>
                </a:solidFill>
              </a:rPr>
              <a:t>t</a:t>
            </a:r>
            <a:r>
              <a:rPr sz="8500" spc="655" dirty="0">
                <a:solidFill>
                  <a:srgbClr val="FAF7F9"/>
                </a:solidFill>
              </a:rPr>
              <a:t> </a:t>
            </a:r>
            <a:r>
              <a:rPr sz="8500" spc="-434" dirty="0">
                <a:solidFill>
                  <a:srgbClr val="FAF7F9"/>
                </a:solidFill>
              </a:rPr>
              <a:t>(BRT)</a:t>
            </a:r>
            <a:endParaRPr sz="8500" dirty="0"/>
          </a:p>
        </p:txBody>
      </p:sp>
      <p:sp>
        <p:nvSpPr>
          <p:cNvPr id="16" name="object 16"/>
          <p:cNvSpPr txBox="1"/>
          <p:nvPr/>
        </p:nvSpPr>
        <p:spPr>
          <a:xfrm>
            <a:off x="3052709" y="3373973"/>
            <a:ext cx="3298190" cy="4131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spc="-55" dirty="0">
                <a:solidFill>
                  <a:srgbClr val="FAF7F9"/>
                </a:solidFill>
                <a:latin typeface="Cambria"/>
                <a:cs typeface="Cambria"/>
              </a:rPr>
              <a:t>Team </a:t>
            </a:r>
            <a:r>
              <a:rPr sz="3450" spc="-10" dirty="0">
                <a:solidFill>
                  <a:srgbClr val="FAF7F9"/>
                </a:solidFill>
                <a:latin typeface="Cambria"/>
                <a:cs typeface="Cambria"/>
              </a:rPr>
              <a:t>members:</a:t>
            </a:r>
            <a:endParaRPr sz="3450" dirty="0">
              <a:latin typeface="Cambria"/>
              <a:cs typeface="Cambria"/>
            </a:endParaRPr>
          </a:p>
          <a:p>
            <a:pPr marL="117475" marR="203835">
              <a:lnSpc>
                <a:spcPct val="115700"/>
              </a:lnSpc>
              <a:spcBef>
                <a:spcPts val="2820"/>
              </a:spcBef>
            </a:pPr>
            <a:r>
              <a:rPr lang="en-US" sz="2700" spc="-200" dirty="0">
                <a:solidFill>
                  <a:srgbClr val="FAF7F9"/>
                </a:solidFill>
                <a:latin typeface="Arial Black"/>
                <a:cs typeface="Arial Black"/>
              </a:rPr>
              <a:t>Amal</a:t>
            </a:r>
            <a:r>
              <a:rPr lang="en-US" sz="2700" spc="-215" dirty="0">
                <a:solidFill>
                  <a:srgbClr val="FAF7F9"/>
                </a:solidFill>
                <a:latin typeface="Arial Black"/>
                <a:cs typeface="Arial Black"/>
              </a:rPr>
              <a:t> </a:t>
            </a:r>
            <a:r>
              <a:rPr lang="en-US" sz="2700" spc="-70" dirty="0">
                <a:solidFill>
                  <a:srgbClr val="FAF7F9"/>
                </a:solidFill>
                <a:latin typeface="Arial Black"/>
                <a:cs typeface="Arial Black"/>
              </a:rPr>
              <a:t>Al-</a:t>
            </a:r>
            <a:r>
              <a:rPr lang="en-US" sz="2700" spc="-160" dirty="0">
                <a:solidFill>
                  <a:srgbClr val="FAF7F9"/>
                </a:solidFill>
                <a:latin typeface="Arial Black"/>
                <a:cs typeface="Arial Black"/>
              </a:rPr>
              <a:t>Da’abseh </a:t>
            </a:r>
            <a:r>
              <a:rPr sz="2700" spc="-145" dirty="0">
                <a:solidFill>
                  <a:srgbClr val="FAF7F9"/>
                </a:solidFill>
                <a:latin typeface="Arial Black"/>
                <a:cs typeface="Arial Black"/>
              </a:rPr>
              <a:t>Dunia</a:t>
            </a:r>
            <a:r>
              <a:rPr sz="2700" spc="-225" dirty="0">
                <a:solidFill>
                  <a:srgbClr val="FAF7F9"/>
                </a:solidFill>
                <a:latin typeface="Arial Black"/>
                <a:cs typeface="Arial Black"/>
              </a:rPr>
              <a:t> </a:t>
            </a:r>
            <a:r>
              <a:rPr sz="2700" spc="-95" dirty="0" err="1">
                <a:solidFill>
                  <a:srgbClr val="FAF7F9"/>
                </a:solidFill>
                <a:latin typeface="Arial Black"/>
                <a:cs typeface="Arial Black"/>
              </a:rPr>
              <a:t>Alewaidat</a:t>
            </a:r>
            <a:endParaRPr lang="en-US" sz="2700" spc="-95">
              <a:solidFill>
                <a:srgbClr val="FAF7F9"/>
              </a:solidFill>
              <a:latin typeface="Arial Black"/>
              <a:cs typeface="Arial Black"/>
            </a:endParaRPr>
          </a:p>
          <a:p>
            <a:pPr marL="117475" marR="203835">
              <a:lnSpc>
                <a:spcPct val="115700"/>
              </a:lnSpc>
              <a:spcBef>
                <a:spcPts val="2820"/>
              </a:spcBef>
            </a:pPr>
            <a:endParaRPr sz="27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FAF7F9"/>
                </a:solidFill>
                <a:latin typeface="Cambria"/>
                <a:cs typeface="Cambria"/>
              </a:rPr>
              <a:t>Supervisor:</a:t>
            </a:r>
            <a:endParaRPr sz="3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3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600" spc="-185" dirty="0">
                <a:solidFill>
                  <a:srgbClr val="FAF7F9"/>
                </a:solidFill>
                <a:latin typeface="Arial Black"/>
                <a:cs typeface="Arial Black"/>
              </a:rPr>
              <a:t>Dr.</a:t>
            </a:r>
            <a:r>
              <a:rPr sz="2600" spc="-215" dirty="0">
                <a:solidFill>
                  <a:srgbClr val="FAF7F9"/>
                </a:solidFill>
                <a:latin typeface="Arial Black"/>
                <a:cs typeface="Arial Black"/>
              </a:rPr>
              <a:t> </a:t>
            </a:r>
            <a:r>
              <a:rPr sz="2600" spc="-180" dirty="0">
                <a:solidFill>
                  <a:srgbClr val="FAF7F9"/>
                </a:solidFill>
                <a:latin typeface="Arial Black"/>
                <a:cs typeface="Arial Black"/>
              </a:rPr>
              <a:t>Omar</a:t>
            </a:r>
            <a:r>
              <a:rPr sz="2600" spc="-215" dirty="0">
                <a:solidFill>
                  <a:srgbClr val="FAF7F9"/>
                </a:solidFill>
                <a:latin typeface="Arial Black"/>
                <a:cs typeface="Arial Black"/>
              </a:rPr>
              <a:t> </a:t>
            </a:r>
            <a:r>
              <a:rPr sz="2600" spc="-75" dirty="0">
                <a:solidFill>
                  <a:srgbClr val="FAF7F9"/>
                </a:solidFill>
                <a:latin typeface="Arial Black"/>
                <a:cs typeface="Arial Black"/>
              </a:rPr>
              <a:t>Al-</a:t>
            </a:r>
            <a:r>
              <a:rPr sz="2600" spc="-145" dirty="0">
                <a:solidFill>
                  <a:srgbClr val="FAF7F9"/>
                </a:solidFill>
                <a:latin typeface="Arial Black"/>
                <a:cs typeface="Arial Black"/>
              </a:rPr>
              <a:t>Marayat</a:t>
            </a:r>
            <a:endParaRPr sz="26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280" y="12699"/>
            <a:ext cx="18114010" cy="10274300"/>
            <a:chOff x="87280" y="12699"/>
            <a:chExt cx="18114010" cy="10274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2855" y="9196186"/>
              <a:ext cx="1540594" cy="7620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280" y="12699"/>
              <a:ext cx="18114010" cy="10274300"/>
            </a:xfrm>
            <a:custGeom>
              <a:avLst/>
              <a:gdLst/>
              <a:ahLst/>
              <a:cxnLst/>
              <a:rect l="l" t="t" r="r" b="b"/>
              <a:pathLst>
                <a:path w="18114010" h="10274300">
                  <a:moveTo>
                    <a:pt x="9725938" y="12699"/>
                  </a:moveTo>
                  <a:lnTo>
                    <a:pt x="8387501" y="12699"/>
                  </a:lnTo>
                  <a:lnTo>
                    <a:pt x="8461238" y="0"/>
                  </a:lnTo>
                  <a:lnTo>
                    <a:pt x="9652201" y="0"/>
                  </a:lnTo>
                  <a:lnTo>
                    <a:pt x="9725938" y="12699"/>
                  </a:lnTo>
                  <a:close/>
                </a:path>
                <a:path w="18114010" h="10274300">
                  <a:moveTo>
                    <a:pt x="10019230" y="25399"/>
                  </a:moveTo>
                  <a:lnTo>
                    <a:pt x="8094209" y="25399"/>
                  </a:lnTo>
                  <a:lnTo>
                    <a:pt x="8167279" y="12699"/>
                  </a:lnTo>
                  <a:lnTo>
                    <a:pt x="9946160" y="12699"/>
                  </a:lnTo>
                  <a:lnTo>
                    <a:pt x="10019230" y="25399"/>
                  </a:lnTo>
                  <a:close/>
                </a:path>
                <a:path w="18114010" h="10274300">
                  <a:moveTo>
                    <a:pt x="10164851" y="38099"/>
                  </a:moveTo>
                  <a:lnTo>
                    <a:pt x="7948587" y="38099"/>
                  </a:lnTo>
                  <a:lnTo>
                    <a:pt x="8021311" y="25399"/>
                  </a:lnTo>
                  <a:lnTo>
                    <a:pt x="10092128" y="25399"/>
                  </a:lnTo>
                  <a:lnTo>
                    <a:pt x="10164851" y="38099"/>
                  </a:lnTo>
                  <a:close/>
                </a:path>
                <a:path w="18114010" h="10274300">
                  <a:moveTo>
                    <a:pt x="10381950" y="50799"/>
                  </a:moveTo>
                  <a:lnTo>
                    <a:pt x="7731489" y="50799"/>
                  </a:lnTo>
                  <a:lnTo>
                    <a:pt x="7803674" y="38099"/>
                  </a:lnTo>
                  <a:lnTo>
                    <a:pt x="10309765" y="38099"/>
                  </a:lnTo>
                  <a:lnTo>
                    <a:pt x="10381950" y="50799"/>
                  </a:lnTo>
                  <a:close/>
                </a:path>
                <a:path w="18114010" h="10274300">
                  <a:moveTo>
                    <a:pt x="10525766" y="63499"/>
                  </a:moveTo>
                  <a:lnTo>
                    <a:pt x="7587672" y="63499"/>
                  </a:lnTo>
                  <a:lnTo>
                    <a:pt x="7659487" y="50799"/>
                  </a:lnTo>
                  <a:lnTo>
                    <a:pt x="10453951" y="50799"/>
                  </a:lnTo>
                  <a:lnTo>
                    <a:pt x="10525766" y="63499"/>
                  </a:lnTo>
                  <a:close/>
                </a:path>
                <a:path w="18114010" h="10274300">
                  <a:moveTo>
                    <a:pt x="10668828" y="76199"/>
                  </a:moveTo>
                  <a:lnTo>
                    <a:pt x="7444611" y="76199"/>
                  </a:lnTo>
                  <a:lnTo>
                    <a:pt x="7516046" y="63499"/>
                  </a:lnTo>
                  <a:lnTo>
                    <a:pt x="10597392" y="63499"/>
                  </a:lnTo>
                  <a:lnTo>
                    <a:pt x="10668828" y="76199"/>
                  </a:lnTo>
                  <a:close/>
                </a:path>
                <a:path w="18114010" h="10274300">
                  <a:moveTo>
                    <a:pt x="10881964" y="101599"/>
                  </a:moveTo>
                  <a:lnTo>
                    <a:pt x="7231474" y="101599"/>
                  </a:lnTo>
                  <a:lnTo>
                    <a:pt x="7373369" y="76199"/>
                  </a:lnTo>
                  <a:lnTo>
                    <a:pt x="10740070" y="76199"/>
                  </a:lnTo>
                  <a:lnTo>
                    <a:pt x="10881964" y="101599"/>
                  </a:lnTo>
                  <a:close/>
                </a:path>
                <a:path w="18114010" h="10274300">
                  <a:moveTo>
                    <a:pt x="11163330" y="139699"/>
                  </a:moveTo>
                  <a:lnTo>
                    <a:pt x="6950108" y="139699"/>
                  </a:lnTo>
                  <a:lnTo>
                    <a:pt x="7160827" y="101599"/>
                  </a:lnTo>
                  <a:lnTo>
                    <a:pt x="10952612" y="101599"/>
                  </a:lnTo>
                  <a:lnTo>
                    <a:pt x="11163330" y="139699"/>
                  </a:lnTo>
                  <a:close/>
                </a:path>
                <a:path w="18114010" h="10274300">
                  <a:moveTo>
                    <a:pt x="11510304" y="190499"/>
                  </a:moveTo>
                  <a:lnTo>
                    <a:pt x="6603135" y="190499"/>
                  </a:lnTo>
                  <a:lnTo>
                    <a:pt x="6880285" y="139699"/>
                  </a:lnTo>
                  <a:lnTo>
                    <a:pt x="11233154" y="139699"/>
                  </a:lnTo>
                  <a:lnTo>
                    <a:pt x="11510304" y="190499"/>
                  </a:lnTo>
                  <a:close/>
                </a:path>
                <a:path w="18114010" h="10274300">
                  <a:moveTo>
                    <a:pt x="11579044" y="10083799"/>
                  </a:moveTo>
                  <a:lnTo>
                    <a:pt x="6534395" y="10083799"/>
                  </a:lnTo>
                  <a:lnTo>
                    <a:pt x="5859678" y="9956799"/>
                  </a:lnTo>
                  <a:lnTo>
                    <a:pt x="5793527" y="9931399"/>
                  </a:lnTo>
                  <a:lnTo>
                    <a:pt x="5531435" y="9880599"/>
                  </a:lnTo>
                  <a:lnTo>
                    <a:pt x="5466553" y="9855199"/>
                  </a:lnTo>
                  <a:lnTo>
                    <a:pt x="5273481" y="9817099"/>
                  </a:lnTo>
                  <a:lnTo>
                    <a:pt x="5209657" y="9791699"/>
                  </a:lnTo>
                  <a:lnTo>
                    <a:pt x="5082821" y="9766299"/>
                  </a:lnTo>
                  <a:lnTo>
                    <a:pt x="5019814" y="9740899"/>
                  </a:lnTo>
                  <a:lnTo>
                    <a:pt x="4957085" y="9728199"/>
                  </a:lnTo>
                  <a:lnTo>
                    <a:pt x="4894635" y="9702799"/>
                  </a:lnTo>
                  <a:lnTo>
                    <a:pt x="4832467" y="9690099"/>
                  </a:lnTo>
                  <a:lnTo>
                    <a:pt x="4770583" y="9664699"/>
                  </a:lnTo>
                  <a:lnTo>
                    <a:pt x="4708986" y="9651999"/>
                  </a:lnTo>
                  <a:lnTo>
                    <a:pt x="4647678" y="9626599"/>
                  </a:lnTo>
                  <a:lnTo>
                    <a:pt x="4586661" y="9613899"/>
                  </a:lnTo>
                  <a:lnTo>
                    <a:pt x="4525937" y="9588499"/>
                  </a:lnTo>
                  <a:lnTo>
                    <a:pt x="4465510" y="9575799"/>
                  </a:lnTo>
                  <a:lnTo>
                    <a:pt x="4345552" y="9524999"/>
                  </a:lnTo>
                  <a:lnTo>
                    <a:pt x="4286026" y="9512299"/>
                  </a:lnTo>
                  <a:lnTo>
                    <a:pt x="4167892" y="9461499"/>
                  </a:lnTo>
                  <a:lnTo>
                    <a:pt x="4109289" y="9448799"/>
                  </a:lnTo>
                  <a:lnTo>
                    <a:pt x="3993021" y="9397999"/>
                  </a:lnTo>
                  <a:lnTo>
                    <a:pt x="3935361" y="9385299"/>
                  </a:lnTo>
                  <a:lnTo>
                    <a:pt x="3707938" y="9283699"/>
                  </a:lnTo>
                  <a:lnTo>
                    <a:pt x="3651898" y="9270999"/>
                  </a:lnTo>
                  <a:lnTo>
                    <a:pt x="3322685" y="9118599"/>
                  </a:lnTo>
                  <a:lnTo>
                    <a:pt x="3005887" y="8966199"/>
                  </a:lnTo>
                  <a:lnTo>
                    <a:pt x="2852301" y="8889999"/>
                  </a:lnTo>
                  <a:lnTo>
                    <a:pt x="2801834" y="8851899"/>
                  </a:lnTo>
                  <a:lnTo>
                    <a:pt x="2603671" y="8750299"/>
                  </a:lnTo>
                  <a:lnTo>
                    <a:pt x="2555068" y="8712199"/>
                  </a:lnTo>
                  <a:lnTo>
                    <a:pt x="2411547" y="8635999"/>
                  </a:lnTo>
                  <a:lnTo>
                    <a:pt x="2364478" y="8597899"/>
                  </a:lnTo>
                  <a:lnTo>
                    <a:pt x="2271508" y="8547099"/>
                  </a:lnTo>
                  <a:lnTo>
                    <a:pt x="2225613" y="8508999"/>
                  </a:lnTo>
                  <a:lnTo>
                    <a:pt x="2135013" y="8458199"/>
                  </a:lnTo>
                  <a:lnTo>
                    <a:pt x="2090313" y="8420099"/>
                  </a:lnTo>
                  <a:lnTo>
                    <a:pt x="2046016" y="8394699"/>
                  </a:lnTo>
                  <a:lnTo>
                    <a:pt x="2002125" y="8356599"/>
                  </a:lnTo>
                  <a:lnTo>
                    <a:pt x="1915567" y="8305799"/>
                  </a:lnTo>
                  <a:lnTo>
                    <a:pt x="1872906" y="8267699"/>
                  </a:lnTo>
                  <a:lnTo>
                    <a:pt x="1830660" y="8242299"/>
                  </a:lnTo>
                  <a:lnTo>
                    <a:pt x="1788831" y="8204199"/>
                  </a:lnTo>
                  <a:lnTo>
                    <a:pt x="1747421" y="8178799"/>
                  </a:lnTo>
                  <a:lnTo>
                    <a:pt x="1706433" y="8140699"/>
                  </a:lnTo>
                  <a:lnTo>
                    <a:pt x="1665869" y="8115299"/>
                  </a:lnTo>
                  <a:lnTo>
                    <a:pt x="1625731" y="8077199"/>
                  </a:lnTo>
                  <a:lnTo>
                    <a:pt x="1586023" y="8051799"/>
                  </a:lnTo>
                  <a:lnTo>
                    <a:pt x="1546745" y="8013699"/>
                  </a:lnTo>
                  <a:lnTo>
                    <a:pt x="1507901" y="7975599"/>
                  </a:lnTo>
                  <a:lnTo>
                    <a:pt x="1469492" y="7950199"/>
                  </a:lnTo>
                  <a:lnTo>
                    <a:pt x="1431522" y="7912099"/>
                  </a:lnTo>
                  <a:lnTo>
                    <a:pt x="1393992" y="7873999"/>
                  </a:lnTo>
                  <a:lnTo>
                    <a:pt x="1356904" y="7848599"/>
                  </a:lnTo>
                  <a:lnTo>
                    <a:pt x="1320262" y="7810499"/>
                  </a:lnTo>
                  <a:lnTo>
                    <a:pt x="1284067" y="7772399"/>
                  </a:lnTo>
                  <a:lnTo>
                    <a:pt x="1248322" y="7746999"/>
                  </a:lnTo>
                  <a:lnTo>
                    <a:pt x="1213029" y="7708899"/>
                  </a:lnTo>
                  <a:lnTo>
                    <a:pt x="1178190" y="7670799"/>
                  </a:lnTo>
                  <a:lnTo>
                    <a:pt x="1143808" y="7645399"/>
                  </a:lnTo>
                  <a:lnTo>
                    <a:pt x="1109885" y="7607299"/>
                  </a:lnTo>
                  <a:lnTo>
                    <a:pt x="1076424" y="7569199"/>
                  </a:lnTo>
                  <a:lnTo>
                    <a:pt x="1043426" y="7531099"/>
                  </a:lnTo>
                  <a:lnTo>
                    <a:pt x="1010894" y="7505699"/>
                  </a:lnTo>
                  <a:lnTo>
                    <a:pt x="978831" y="7467599"/>
                  </a:lnTo>
                  <a:lnTo>
                    <a:pt x="947238" y="7429499"/>
                  </a:lnTo>
                  <a:lnTo>
                    <a:pt x="916118" y="7391399"/>
                  </a:lnTo>
                  <a:lnTo>
                    <a:pt x="885474" y="7353299"/>
                  </a:lnTo>
                  <a:lnTo>
                    <a:pt x="855307" y="7327899"/>
                  </a:lnTo>
                  <a:lnTo>
                    <a:pt x="825621" y="7289799"/>
                  </a:lnTo>
                  <a:lnTo>
                    <a:pt x="796417" y="7251699"/>
                  </a:lnTo>
                  <a:lnTo>
                    <a:pt x="767697" y="7213599"/>
                  </a:lnTo>
                  <a:lnTo>
                    <a:pt x="739465" y="7175499"/>
                  </a:lnTo>
                  <a:lnTo>
                    <a:pt x="711721" y="7137399"/>
                  </a:lnTo>
                  <a:lnTo>
                    <a:pt x="684470" y="7099299"/>
                  </a:lnTo>
                  <a:lnTo>
                    <a:pt x="657712" y="7061199"/>
                  </a:lnTo>
                  <a:lnTo>
                    <a:pt x="631451" y="7023099"/>
                  </a:lnTo>
                  <a:lnTo>
                    <a:pt x="605689" y="6984999"/>
                  </a:lnTo>
                  <a:lnTo>
                    <a:pt x="580428" y="6946899"/>
                  </a:lnTo>
                  <a:lnTo>
                    <a:pt x="555669" y="6908799"/>
                  </a:lnTo>
                  <a:lnTo>
                    <a:pt x="531417" y="6883399"/>
                  </a:lnTo>
                  <a:lnTo>
                    <a:pt x="507673" y="6845299"/>
                  </a:lnTo>
                  <a:lnTo>
                    <a:pt x="484438" y="6807199"/>
                  </a:lnTo>
                  <a:lnTo>
                    <a:pt x="461717" y="6769099"/>
                  </a:lnTo>
                  <a:lnTo>
                    <a:pt x="439511" y="6718299"/>
                  </a:lnTo>
                  <a:lnTo>
                    <a:pt x="417822" y="6680199"/>
                  </a:lnTo>
                  <a:lnTo>
                    <a:pt x="396652" y="6642099"/>
                  </a:lnTo>
                  <a:lnTo>
                    <a:pt x="376005" y="6603999"/>
                  </a:lnTo>
                  <a:lnTo>
                    <a:pt x="355881" y="6565899"/>
                  </a:lnTo>
                  <a:lnTo>
                    <a:pt x="336285" y="6527799"/>
                  </a:lnTo>
                  <a:lnTo>
                    <a:pt x="317217" y="6489699"/>
                  </a:lnTo>
                  <a:lnTo>
                    <a:pt x="298681" y="6451599"/>
                  </a:lnTo>
                  <a:lnTo>
                    <a:pt x="280678" y="6413499"/>
                  </a:lnTo>
                  <a:lnTo>
                    <a:pt x="263212" y="6375399"/>
                  </a:lnTo>
                  <a:lnTo>
                    <a:pt x="246284" y="6337299"/>
                  </a:lnTo>
                  <a:lnTo>
                    <a:pt x="229896" y="6299199"/>
                  </a:lnTo>
                  <a:lnTo>
                    <a:pt x="214051" y="6248399"/>
                  </a:lnTo>
                  <a:lnTo>
                    <a:pt x="198752" y="6210299"/>
                  </a:lnTo>
                  <a:lnTo>
                    <a:pt x="184000" y="6172199"/>
                  </a:lnTo>
                  <a:lnTo>
                    <a:pt x="169798" y="6134099"/>
                  </a:lnTo>
                  <a:lnTo>
                    <a:pt x="156148" y="6095999"/>
                  </a:lnTo>
                  <a:lnTo>
                    <a:pt x="143053" y="6057899"/>
                  </a:lnTo>
                  <a:lnTo>
                    <a:pt x="130515" y="6007099"/>
                  </a:lnTo>
                  <a:lnTo>
                    <a:pt x="118537" y="5968999"/>
                  </a:lnTo>
                  <a:lnTo>
                    <a:pt x="107120" y="5930899"/>
                  </a:lnTo>
                  <a:lnTo>
                    <a:pt x="96266" y="5892799"/>
                  </a:lnTo>
                  <a:lnTo>
                    <a:pt x="85979" y="5854699"/>
                  </a:lnTo>
                  <a:lnTo>
                    <a:pt x="76261" y="5803899"/>
                  </a:lnTo>
                  <a:lnTo>
                    <a:pt x="67114" y="5765799"/>
                  </a:lnTo>
                  <a:lnTo>
                    <a:pt x="58540" y="5727699"/>
                  </a:lnTo>
                  <a:lnTo>
                    <a:pt x="50541" y="5689599"/>
                  </a:lnTo>
                  <a:lnTo>
                    <a:pt x="43120" y="5638799"/>
                  </a:lnTo>
                  <a:lnTo>
                    <a:pt x="36280" y="5600699"/>
                  </a:lnTo>
                  <a:lnTo>
                    <a:pt x="30022" y="5562599"/>
                  </a:lnTo>
                  <a:lnTo>
                    <a:pt x="24349" y="5511799"/>
                  </a:lnTo>
                  <a:lnTo>
                    <a:pt x="19264" y="5473699"/>
                  </a:lnTo>
                  <a:lnTo>
                    <a:pt x="14768" y="5435599"/>
                  </a:lnTo>
                  <a:lnTo>
                    <a:pt x="10864" y="5397499"/>
                  </a:lnTo>
                  <a:lnTo>
                    <a:pt x="7554" y="5346699"/>
                  </a:lnTo>
                  <a:lnTo>
                    <a:pt x="4840" y="5308599"/>
                  </a:lnTo>
                  <a:lnTo>
                    <a:pt x="2726" y="5270499"/>
                  </a:lnTo>
                  <a:lnTo>
                    <a:pt x="1213" y="5219699"/>
                  </a:lnTo>
                  <a:lnTo>
                    <a:pt x="303" y="5181599"/>
                  </a:lnTo>
                  <a:lnTo>
                    <a:pt x="0" y="5143499"/>
                  </a:lnTo>
                  <a:lnTo>
                    <a:pt x="303" y="5092699"/>
                  </a:lnTo>
                  <a:lnTo>
                    <a:pt x="1213" y="5054599"/>
                  </a:lnTo>
                  <a:lnTo>
                    <a:pt x="2726" y="5003799"/>
                  </a:lnTo>
                  <a:lnTo>
                    <a:pt x="4840" y="4965699"/>
                  </a:lnTo>
                  <a:lnTo>
                    <a:pt x="7554" y="4927599"/>
                  </a:lnTo>
                  <a:lnTo>
                    <a:pt x="10864" y="4876799"/>
                  </a:lnTo>
                  <a:lnTo>
                    <a:pt x="14768" y="4838699"/>
                  </a:lnTo>
                  <a:lnTo>
                    <a:pt x="19264" y="4800599"/>
                  </a:lnTo>
                  <a:lnTo>
                    <a:pt x="24349" y="4762499"/>
                  </a:lnTo>
                  <a:lnTo>
                    <a:pt x="30022" y="4711699"/>
                  </a:lnTo>
                  <a:lnTo>
                    <a:pt x="36280" y="4673599"/>
                  </a:lnTo>
                  <a:lnTo>
                    <a:pt x="43120" y="4635499"/>
                  </a:lnTo>
                  <a:lnTo>
                    <a:pt x="50541" y="4584699"/>
                  </a:lnTo>
                  <a:lnTo>
                    <a:pt x="58540" y="4546599"/>
                  </a:lnTo>
                  <a:lnTo>
                    <a:pt x="67114" y="4508499"/>
                  </a:lnTo>
                  <a:lnTo>
                    <a:pt x="76261" y="4470399"/>
                  </a:lnTo>
                  <a:lnTo>
                    <a:pt x="85979" y="4419599"/>
                  </a:lnTo>
                  <a:lnTo>
                    <a:pt x="96266" y="4381499"/>
                  </a:lnTo>
                  <a:lnTo>
                    <a:pt x="107120" y="4343399"/>
                  </a:lnTo>
                  <a:lnTo>
                    <a:pt x="118537" y="4305299"/>
                  </a:lnTo>
                  <a:lnTo>
                    <a:pt x="130515" y="4267199"/>
                  </a:lnTo>
                  <a:lnTo>
                    <a:pt x="143053" y="4216399"/>
                  </a:lnTo>
                  <a:lnTo>
                    <a:pt x="156148" y="4178299"/>
                  </a:lnTo>
                  <a:lnTo>
                    <a:pt x="169798" y="4140199"/>
                  </a:lnTo>
                  <a:lnTo>
                    <a:pt x="184000" y="4102099"/>
                  </a:lnTo>
                  <a:lnTo>
                    <a:pt x="198752" y="4063999"/>
                  </a:lnTo>
                  <a:lnTo>
                    <a:pt x="214051" y="4025899"/>
                  </a:lnTo>
                  <a:lnTo>
                    <a:pt x="229896" y="3975099"/>
                  </a:lnTo>
                  <a:lnTo>
                    <a:pt x="246284" y="3936999"/>
                  </a:lnTo>
                  <a:lnTo>
                    <a:pt x="263212" y="3898899"/>
                  </a:lnTo>
                  <a:lnTo>
                    <a:pt x="280678" y="3860799"/>
                  </a:lnTo>
                  <a:lnTo>
                    <a:pt x="298681" y="3822699"/>
                  </a:lnTo>
                  <a:lnTo>
                    <a:pt x="317217" y="3784599"/>
                  </a:lnTo>
                  <a:lnTo>
                    <a:pt x="336285" y="3746499"/>
                  </a:lnTo>
                  <a:lnTo>
                    <a:pt x="355881" y="3708399"/>
                  </a:lnTo>
                  <a:lnTo>
                    <a:pt x="376005" y="3670299"/>
                  </a:lnTo>
                  <a:lnTo>
                    <a:pt x="396652" y="3632199"/>
                  </a:lnTo>
                  <a:lnTo>
                    <a:pt x="417822" y="3594099"/>
                  </a:lnTo>
                  <a:lnTo>
                    <a:pt x="439511" y="3555999"/>
                  </a:lnTo>
                  <a:lnTo>
                    <a:pt x="461717" y="3505199"/>
                  </a:lnTo>
                  <a:lnTo>
                    <a:pt x="484438" y="3467099"/>
                  </a:lnTo>
                  <a:lnTo>
                    <a:pt x="507673" y="3428999"/>
                  </a:lnTo>
                  <a:lnTo>
                    <a:pt x="531417" y="3390899"/>
                  </a:lnTo>
                  <a:lnTo>
                    <a:pt x="555669" y="3365499"/>
                  </a:lnTo>
                  <a:lnTo>
                    <a:pt x="580428" y="3327399"/>
                  </a:lnTo>
                  <a:lnTo>
                    <a:pt x="605689" y="3289299"/>
                  </a:lnTo>
                  <a:lnTo>
                    <a:pt x="631451" y="3251199"/>
                  </a:lnTo>
                  <a:lnTo>
                    <a:pt x="657712" y="3213099"/>
                  </a:lnTo>
                  <a:lnTo>
                    <a:pt x="684470" y="3174999"/>
                  </a:lnTo>
                  <a:lnTo>
                    <a:pt x="711721" y="3136899"/>
                  </a:lnTo>
                  <a:lnTo>
                    <a:pt x="739465" y="3098799"/>
                  </a:lnTo>
                  <a:lnTo>
                    <a:pt x="767697" y="3060699"/>
                  </a:lnTo>
                  <a:lnTo>
                    <a:pt x="796417" y="3022599"/>
                  </a:lnTo>
                  <a:lnTo>
                    <a:pt x="825621" y="2984499"/>
                  </a:lnTo>
                  <a:lnTo>
                    <a:pt x="855307" y="2946399"/>
                  </a:lnTo>
                  <a:lnTo>
                    <a:pt x="885474" y="2920999"/>
                  </a:lnTo>
                  <a:lnTo>
                    <a:pt x="916118" y="2882899"/>
                  </a:lnTo>
                  <a:lnTo>
                    <a:pt x="947238" y="2844799"/>
                  </a:lnTo>
                  <a:lnTo>
                    <a:pt x="978831" y="2806699"/>
                  </a:lnTo>
                  <a:lnTo>
                    <a:pt x="1010894" y="2768599"/>
                  </a:lnTo>
                  <a:lnTo>
                    <a:pt x="1043426" y="2743199"/>
                  </a:lnTo>
                  <a:lnTo>
                    <a:pt x="1076424" y="2705099"/>
                  </a:lnTo>
                  <a:lnTo>
                    <a:pt x="1109885" y="2666999"/>
                  </a:lnTo>
                  <a:lnTo>
                    <a:pt x="1143808" y="2628899"/>
                  </a:lnTo>
                  <a:lnTo>
                    <a:pt x="1178190" y="2603499"/>
                  </a:lnTo>
                  <a:lnTo>
                    <a:pt x="1213029" y="2565399"/>
                  </a:lnTo>
                  <a:lnTo>
                    <a:pt x="1248322" y="2527299"/>
                  </a:lnTo>
                  <a:lnTo>
                    <a:pt x="1284067" y="2501899"/>
                  </a:lnTo>
                  <a:lnTo>
                    <a:pt x="1320262" y="2463799"/>
                  </a:lnTo>
                  <a:lnTo>
                    <a:pt x="1356904" y="2425699"/>
                  </a:lnTo>
                  <a:lnTo>
                    <a:pt x="1393992" y="2400299"/>
                  </a:lnTo>
                  <a:lnTo>
                    <a:pt x="1431522" y="2362199"/>
                  </a:lnTo>
                  <a:lnTo>
                    <a:pt x="1469492" y="2324099"/>
                  </a:lnTo>
                  <a:lnTo>
                    <a:pt x="1507901" y="2298699"/>
                  </a:lnTo>
                  <a:lnTo>
                    <a:pt x="1546745" y="2260599"/>
                  </a:lnTo>
                  <a:lnTo>
                    <a:pt x="1586023" y="2222499"/>
                  </a:lnTo>
                  <a:lnTo>
                    <a:pt x="1625731" y="2197099"/>
                  </a:lnTo>
                  <a:lnTo>
                    <a:pt x="1665869" y="2158999"/>
                  </a:lnTo>
                  <a:lnTo>
                    <a:pt x="1706433" y="2133599"/>
                  </a:lnTo>
                  <a:lnTo>
                    <a:pt x="1747421" y="2095499"/>
                  </a:lnTo>
                  <a:lnTo>
                    <a:pt x="1788831" y="2070099"/>
                  </a:lnTo>
                  <a:lnTo>
                    <a:pt x="1830660" y="2031999"/>
                  </a:lnTo>
                  <a:lnTo>
                    <a:pt x="1872906" y="2006599"/>
                  </a:lnTo>
                  <a:lnTo>
                    <a:pt x="1915567" y="1968499"/>
                  </a:lnTo>
                  <a:lnTo>
                    <a:pt x="2002125" y="1917699"/>
                  </a:lnTo>
                  <a:lnTo>
                    <a:pt x="2046016" y="1879599"/>
                  </a:lnTo>
                  <a:lnTo>
                    <a:pt x="2090313" y="1854199"/>
                  </a:lnTo>
                  <a:lnTo>
                    <a:pt x="2135013" y="1816099"/>
                  </a:lnTo>
                  <a:lnTo>
                    <a:pt x="2225613" y="1765299"/>
                  </a:lnTo>
                  <a:lnTo>
                    <a:pt x="2271508" y="1727199"/>
                  </a:lnTo>
                  <a:lnTo>
                    <a:pt x="2364478" y="1676399"/>
                  </a:lnTo>
                  <a:lnTo>
                    <a:pt x="2411547" y="1638299"/>
                  </a:lnTo>
                  <a:lnTo>
                    <a:pt x="2555068" y="1562099"/>
                  </a:lnTo>
                  <a:lnTo>
                    <a:pt x="2603671" y="1523999"/>
                  </a:lnTo>
                  <a:lnTo>
                    <a:pt x="2801834" y="1422399"/>
                  </a:lnTo>
                  <a:lnTo>
                    <a:pt x="2852301" y="1384299"/>
                  </a:lnTo>
                  <a:lnTo>
                    <a:pt x="3110076" y="1257299"/>
                  </a:lnTo>
                  <a:lnTo>
                    <a:pt x="3431068" y="1104899"/>
                  </a:lnTo>
                  <a:lnTo>
                    <a:pt x="3651898" y="1003299"/>
                  </a:lnTo>
                  <a:lnTo>
                    <a:pt x="3707938" y="990599"/>
                  </a:lnTo>
                  <a:lnTo>
                    <a:pt x="3935361" y="888999"/>
                  </a:lnTo>
                  <a:lnTo>
                    <a:pt x="3993021" y="876299"/>
                  </a:lnTo>
                  <a:lnTo>
                    <a:pt x="4109289" y="825499"/>
                  </a:lnTo>
                  <a:lnTo>
                    <a:pt x="4167892" y="812799"/>
                  </a:lnTo>
                  <a:lnTo>
                    <a:pt x="4286026" y="761999"/>
                  </a:lnTo>
                  <a:lnTo>
                    <a:pt x="4345552" y="749299"/>
                  </a:lnTo>
                  <a:lnTo>
                    <a:pt x="4465510" y="698499"/>
                  </a:lnTo>
                  <a:lnTo>
                    <a:pt x="4525937" y="685799"/>
                  </a:lnTo>
                  <a:lnTo>
                    <a:pt x="4586661" y="660399"/>
                  </a:lnTo>
                  <a:lnTo>
                    <a:pt x="4647678" y="647699"/>
                  </a:lnTo>
                  <a:lnTo>
                    <a:pt x="4708986" y="622299"/>
                  </a:lnTo>
                  <a:lnTo>
                    <a:pt x="4770583" y="609599"/>
                  </a:lnTo>
                  <a:lnTo>
                    <a:pt x="4832467" y="584199"/>
                  </a:lnTo>
                  <a:lnTo>
                    <a:pt x="4894635" y="571499"/>
                  </a:lnTo>
                  <a:lnTo>
                    <a:pt x="4957085" y="546099"/>
                  </a:lnTo>
                  <a:lnTo>
                    <a:pt x="5019814" y="533399"/>
                  </a:lnTo>
                  <a:lnTo>
                    <a:pt x="5082821" y="507999"/>
                  </a:lnTo>
                  <a:lnTo>
                    <a:pt x="5209657" y="482599"/>
                  </a:lnTo>
                  <a:lnTo>
                    <a:pt x="5273481" y="457199"/>
                  </a:lnTo>
                  <a:lnTo>
                    <a:pt x="5466553" y="419099"/>
                  </a:lnTo>
                  <a:lnTo>
                    <a:pt x="5531435" y="393699"/>
                  </a:lnTo>
                  <a:lnTo>
                    <a:pt x="5793527" y="342899"/>
                  </a:lnTo>
                  <a:lnTo>
                    <a:pt x="5859678" y="317499"/>
                  </a:lnTo>
                  <a:lnTo>
                    <a:pt x="6534395" y="190499"/>
                  </a:lnTo>
                  <a:lnTo>
                    <a:pt x="11579044" y="190499"/>
                  </a:lnTo>
                  <a:lnTo>
                    <a:pt x="12253760" y="317499"/>
                  </a:lnTo>
                  <a:lnTo>
                    <a:pt x="12319911" y="342899"/>
                  </a:lnTo>
                  <a:lnTo>
                    <a:pt x="12582003" y="393699"/>
                  </a:lnTo>
                  <a:lnTo>
                    <a:pt x="12646885" y="419099"/>
                  </a:lnTo>
                  <a:lnTo>
                    <a:pt x="12839957" y="457199"/>
                  </a:lnTo>
                  <a:lnTo>
                    <a:pt x="12903781" y="482599"/>
                  </a:lnTo>
                  <a:lnTo>
                    <a:pt x="13030617" y="507999"/>
                  </a:lnTo>
                  <a:lnTo>
                    <a:pt x="13093624" y="533399"/>
                  </a:lnTo>
                  <a:lnTo>
                    <a:pt x="13156353" y="546099"/>
                  </a:lnTo>
                  <a:lnTo>
                    <a:pt x="13218803" y="571499"/>
                  </a:lnTo>
                  <a:lnTo>
                    <a:pt x="13280971" y="584199"/>
                  </a:lnTo>
                  <a:lnTo>
                    <a:pt x="13342855" y="609599"/>
                  </a:lnTo>
                  <a:lnTo>
                    <a:pt x="13404452" y="622299"/>
                  </a:lnTo>
                  <a:lnTo>
                    <a:pt x="13465760" y="647699"/>
                  </a:lnTo>
                  <a:lnTo>
                    <a:pt x="13526777" y="660399"/>
                  </a:lnTo>
                  <a:lnTo>
                    <a:pt x="13587500" y="685799"/>
                  </a:lnTo>
                  <a:lnTo>
                    <a:pt x="13647928" y="698499"/>
                  </a:lnTo>
                  <a:lnTo>
                    <a:pt x="13767886" y="749299"/>
                  </a:lnTo>
                  <a:lnTo>
                    <a:pt x="13827412" y="761999"/>
                  </a:lnTo>
                  <a:lnTo>
                    <a:pt x="13945546" y="812799"/>
                  </a:lnTo>
                  <a:lnTo>
                    <a:pt x="14004149" y="825499"/>
                  </a:lnTo>
                  <a:lnTo>
                    <a:pt x="14120417" y="876299"/>
                  </a:lnTo>
                  <a:lnTo>
                    <a:pt x="14178076" y="888999"/>
                  </a:lnTo>
                  <a:lnTo>
                    <a:pt x="14405500" y="990599"/>
                  </a:lnTo>
                  <a:lnTo>
                    <a:pt x="14461540" y="1003299"/>
                  </a:lnTo>
                  <a:lnTo>
                    <a:pt x="14682369" y="1104899"/>
                  </a:lnTo>
                  <a:lnTo>
                    <a:pt x="15003362" y="1257299"/>
                  </a:lnTo>
                  <a:lnTo>
                    <a:pt x="15261137" y="1384299"/>
                  </a:lnTo>
                  <a:lnTo>
                    <a:pt x="15311604" y="1422399"/>
                  </a:lnTo>
                  <a:lnTo>
                    <a:pt x="15509767" y="1523999"/>
                  </a:lnTo>
                  <a:lnTo>
                    <a:pt x="15558370" y="1562099"/>
                  </a:lnTo>
                  <a:lnTo>
                    <a:pt x="15701890" y="1638299"/>
                  </a:lnTo>
                  <a:lnTo>
                    <a:pt x="15748960" y="1676399"/>
                  </a:lnTo>
                  <a:lnTo>
                    <a:pt x="15841930" y="1727199"/>
                  </a:lnTo>
                  <a:lnTo>
                    <a:pt x="15887825" y="1765299"/>
                  </a:lnTo>
                  <a:lnTo>
                    <a:pt x="15978425" y="1816099"/>
                  </a:lnTo>
                  <a:lnTo>
                    <a:pt x="16023125" y="1854199"/>
                  </a:lnTo>
                  <a:lnTo>
                    <a:pt x="16067422" y="1879599"/>
                  </a:lnTo>
                  <a:lnTo>
                    <a:pt x="16111313" y="1917699"/>
                  </a:lnTo>
                  <a:lnTo>
                    <a:pt x="16197870" y="1968499"/>
                  </a:lnTo>
                  <a:lnTo>
                    <a:pt x="16240531" y="2006599"/>
                  </a:lnTo>
                  <a:lnTo>
                    <a:pt x="16282778" y="2031999"/>
                  </a:lnTo>
                  <a:lnTo>
                    <a:pt x="16324607" y="2070099"/>
                  </a:lnTo>
                  <a:lnTo>
                    <a:pt x="16366017" y="2095499"/>
                  </a:lnTo>
                  <a:lnTo>
                    <a:pt x="16407005" y="2133599"/>
                  </a:lnTo>
                  <a:lnTo>
                    <a:pt x="16447569" y="2158999"/>
                  </a:lnTo>
                  <a:lnTo>
                    <a:pt x="16487706" y="2197099"/>
                  </a:lnTo>
                  <a:lnTo>
                    <a:pt x="16527415" y="2222499"/>
                  </a:lnTo>
                  <a:lnTo>
                    <a:pt x="16566693" y="2260599"/>
                  </a:lnTo>
                  <a:lnTo>
                    <a:pt x="16605537" y="2298699"/>
                  </a:lnTo>
                  <a:lnTo>
                    <a:pt x="16643946" y="2324099"/>
                  </a:lnTo>
                  <a:lnTo>
                    <a:pt x="16681916" y="2362199"/>
                  </a:lnTo>
                  <a:lnTo>
                    <a:pt x="16719446" y="2400299"/>
                  </a:lnTo>
                  <a:lnTo>
                    <a:pt x="16756534" y="2425699"/>
                  </a:lnTo>
                  <a:lnTo>
                    <a:pt x="16793176" y="2463799"/>
                  </a:lnTo>
                  <a:lnTo>
                    <a:pt x="16829371" y="2501899"/>
                  </a:lnTo>
                  <a:lnTo>
                    <a:pt x="16865116" y="2527299"/>
                  </a:lnTo>
                  <a:lnTo>
                    <a:pt x="16900409" y="2565399"/>
                  </a:lnTo>
                  <a:lnTo>
                    <a:pt x="16935248" y="2603499"/>
                  </a:lnTo>
                  <a:lnTo>
                    <a:pt x="16969630" y="2628899"/>
                  </a:lnTo>
                  <a:lnTo>
                    <a:pt x="17003553" y="2666999"/>
                  </a:lnTo>
                  <a:lnTo>
                    <a:pt x="17037014" y="2705099"/>
                  </a:lnTo>
                  <a:lnTo>
                    <a:pt x="17070012" y="2743199"/>
                  </a:lnTo>
                  <a:lnTo>
                    <a:pt x="17102544" y="2768599"/>
                  </a:lnTo>
                  <a:lnTo>
                    <a:pt x="17134607" y="2806699"/>
                  </a:lnTo>
                  <a:lnTo>
                    <a:pt x="17166200" y="2844799"/>
                  </a:lnTo>
                  <a:lnTo>
                    <a:pt x="17197320" y="2882899"/>
                  </a:lnTo>
                  <a:lnTo>
                    <a:pt x="17227964" y="2920999"/>
                  </a:lnTo>
                  <a:lnTo>
                    <a:pt x="17258131" y="2946399"/>
                  </a:lnTo>
                  <a:lnTo>
                    <a:pt x="17287817" y="2984499"/>
                  </a:lnTo>
                  <a:lnTo>
                    <a:pt x="17317021" y="3022599"/>
                  </a:lnTo>
                  <a:lnTo>
                    <a:pt x="17345741" y="3060699"/>
                  </a:lnTo>
                  <a:lnTo>
                    <a:pt x="17373973" y="3098799"/>
                  </a:lnTo>
                  <a:lnTo>
                    <a:pt x="17401717" y="3136899"/>
                  </a:lnTo>
                  <a:lnTo>
                    <a:pt x="17428968" y="3174999"/>
                  </a:lnTo>
                  <a:lnTo>
                    <a:pt x="17455726" y="3213099"/>
                  </a:lnTo>
                  <a:lnTo>
                    <a:pt x="17481987" y="3251199"/>
                  </a:lnTo>
                  <a:lnTo>
                    <a:pt x="17507749" y="3289299"/>
                  </a:lnTo>
                  <a:lnTo>
                    <a:pt x="17533011" y="3327399"/>
                  </a:lnTo>
                  <a:lnTo>
                    <a:pt x="17557769" y="3365499"/>
                  </a:lnTo>
                  <a:lnTo>
                    <a:pt x="17582021" y="3390899"/>
                  </a:lnTo>
                  <a:lnTo>
                    <a:pt x="17605765" y="3428999"/>
                  </a:lnTo>
                  <a:lnTo>
                    <a:pt x="17629000" y="3467099"/>
                  </a:lnTo>
                  <a:lnTo>
                    <a:pt x="17651721" y="3505199"/>
                  </a:lnTo>
                  <a:lnTo>
                    <a:pt x="17673927" y="3555999"/>
                  </a:lnTo>
                  <a:lnTo>
                    <a:pt x="17695617" y="3594099"/>
                  </a:lnTo>
                  <a:lnTo>
                    <a:pt x="17716786" y="3632199"/>
                  </a:lnTo>
                  <a:lnTo>
                    <a:pt x="17737434" y="3670299"/>
                  </a:lnTo>
                  <a:lnTo>
                    <a:pt x="17757557" y="3708399"/>
                  </a:lnTo>
                  <a:lnTo>
                    <a:pt x="17777153" y="3746499"/>
                  </a:lnTo>
                  <a:lnTo>
                    <a:pt x="17796221" y="3784599"/>
                  </a:lnTo>
                  <a:lnTo>
                    <a:pt x="17814757" y="3822699"/>
                  </a:lnTo>
                  <a:lnTo>
                    <a:pt x="17832760" y="3860799"/>
                  </a:lnTo>
                  <a:lnTo>
                    <a:pt x="17850226" y="3898899"/>
                  </a:lnTo>
                  <a:lnTo>
                    <a:pt x="17867155" y="3936999"/>
                  </a:lnTo>
                  <a:lnTo>
                    <a:pt x="17883542" y="3975099"/>
                  </a:lnTo>
                  <a:lnTo>
                    <a:pt x="17899387" y="4025899"/>
                  </a:lnTo>
                  <a:lnTo>
                    <a:pt x="17914686" y="4063999"/>
                  </a:lnTo>
                  <a:lnTo>
                    <a:pt x="17929438" y="4102099"/>
                  </a:lnTo>
                  <a:lnTo>
                    <a:pt x="17943640" y="4140199"/>
                  </a:lnTo>
                  <a:lnTo>
                    <a:pt x="17957290" y="4178299"/>
                  </a:lnTo>
                  <a:lnTo>
                    <a:pt x="17970385" y="4216399"/>
                  </a:lnTo>
                  <a:lnTo>
                    <a:pt x="17982923" y="4267199"/>
                  </a:lnTo>
                  <a:lnTo>
                    <a:pt x="17994901" y="4305299"/>
                  </a:lnTo>
                  <a:lnTo>
                    <a:pt x="18006319" y="4343399"/>
                  </a:lnTo>
                  <a:lnTo>
                    <a:pt x="18017172" y="4381499"/>
                  </a:lnTo>
                  <a:lnTo>
                    <a:pt x="18027459" y="4419599"/>
                  </a:lnTo>
                  <a:lnTo>
                    <a:pt x="18037177" y="4470399"/>
                  </a:lnTo>
                  <a:lnTo>
                    <a:pt x="18046324" y="4508499"/>
                  </a:lnTo>
                  <a:lnTo>
                    <a:pt x="18054899" y="4546599"/>
                  </a:lnTo>
                  <a:lnTo>
                    <a:pt x="18062897" y="4584699"/>
                  </a:lnTo>
                  <a:lnTo>
                    <a:pt x="18070318" y="4635499"/>
                  </a:lnTo>
                  <a:lnTo>
                    <a:pt x="18077158" y="4673599"/>
                  </a:lnTo>
                  <a:lnTo>
                    <a:pt x="18083416" y="4711699"/>
                  </a:lnTo>
                  <a:lnTo>
                    <a:pt x="18089089" y="4762499"/>
                  </a:lnTo>
                  <a:lnTo>
                    <a:pt x="18094174" y="4800599"/>
                  </a:lnTo>
                  <a:lnTo>
                    <a:pt x="18098670" y="4838699"/>
                  </a:lnTo>
                  <a:lnTo>
                    <a:pt x="18102575" y="4876799"/>
                  </a:lnTo>
                  <a:lnTo>
                    <a:pt x="18105884" y="4927599"/>
                  </a:lnTo>
                  <a:lnTo>
                    <a:pt x="18108598" y="4965699"/>
                  </a:lnTo>
                  <a:lnTo>
                    <a:pt x="18110712" y="5003799"/>
                  </a:lnTo>
                  <a:lnTo>
                    <a:pt x="18112225" y="5054599"/>
                  </a:lnTo>
                  <a:lnTo>
                    <a:pt x="18113135" y="5092699"/>
                  </a:lnTo>
                  <a:lnTo>
                    <a:pt x="18113439" y="5143499"/>
                  </a:lnTo>
                  <a:lnTo>
                    <a:pt x="18113135" y="5181599"/>
                  </a:lnTo>
                  <a:lnTo>
                    <a:pt x="18112225" y="5219699"/>
                  </a:lnTo>
                  <a:lnTo>
                    <a:pt x="18110712" y="5270499"/>
                  </a:lnTo>
                  <a:lnTo>
                    <a:pt x="18108598" y="5308599"/>
                  </a:lnTo>
                  <a:lnTo>
                    <a:pt x="18105884" y="5346699"/>
                  </a:lnTo>
                  <a:lnTo>
                    <a:pt x="18102575" y="5397499"/>
                  </a:lnTo>
                  <a:lnTo>
                    <a:pt x="18098670" y="5435599"/>
                  </a:lnTo>
                  <a:lnTo>
                    <a:pt x="18094174" y="5473699"/>
                  </a:lnTo>
                  <a:lnTo>
                    <a:pt x="18089089" y="5511799"/>
                  </a:lnTo>
                  <a:lnTo>
                    <a:pt x="18083416" y="5562599"/>
                  </a:lnTo>
                  <a:lnTo>
                    <a:pt x="18077158" y="5600699"/>
                  </a:lnTo>
                  <a:lnTo>
                    <a:pt x="18070318" y="5638799"/>
                  </a:lnTo>
                  <a:lnTo>
                    <a:pt x="18062897" y="5689599"/>
                  </a:lnTo>
                  <a:lnTo>
                    <a:pt x="18054899" y="5727699"/>
                  </a:lnTo>
                  <a:lnTo>
                    <a:pt x="18046324" y="5765799"/>
                  </a:lnTo>
                  <a:lnTo>
                    <a:pt x="18037177" y="5803899"/>
                  </a:lnTo>
                  <a:lnTo>
                    <a:pt x="18027459" y="5854699"/>
                  </a:lnTo>
                  <a:lnTo>
                    <a:pt x="18017172" y="5892799"/>
                  </a:lnTo>
                  <a:lnTo>
                    <a:pt x="18006319" y="5930899"/>
                  </a:lnTo>
                  <a:lnTo>
                    <a:pt x="17994901" y="5968999"/>
                  </a:lnTo>
                  <a:lnTo>
                    <a:pt x="17982923" y="6007099"/>
                  </a:lnTo>
                  <a:lnTo>
                    <a:pt x="17970385" y="6057899"/>
                  </a:lnTo>
                  <a:lnTo>
                    <a:pt x="17957290" y="6095999"/>
                  </a:lnTo>
                  <a:lnTo>
                    <a:pt x="17943640" y="6134099"/>
                  </a:lnTo>
                  <a:lnTo>
                    <a:pt x="17929438" y="6172199"/>
                  </a:lnTo>
                  <a:lnTo>
                    <a:pt x="17914686" y="6210299"/>
                  </a:lnTo>
                  <a:lnTo>
                    <a:pt x="17899387" y="6248399"/>
                  </a:lnTo>
                  <a:lnTo>
                    <a:pt x="17883542" y="6299199"/>
                  </a:lnTo>
                  <a:lnTo>
                    <a:pt x="17867155" y="6337299"/>
                  </a:lnTo>
                  <a:lnTo>
                    <a:pt x="17850226" y="6375399"/>
                  </a:lnTo>
                  <a:lnTo>
                    <a:pt x="17832760" y="6413499"/>
                  </a:lnTo>
                  <a:lnTo>
                    <a:pt x="17814757" y="6451599"/>
                  </a:lnTo>
                  <a:lnTo>
                    <a:pt x="17796221" y="6489699"/>
                  </a:lnTo>
                  <a:lnTo>
                    <a:pt x="17777153" y="6527799"/>
                  </a:lnTo>
                  <a:lnTo>
                    <a:pt x="17757557" y="6565899"/>
                  </a:lnTo>
                  <a:lnTo>
                    <a:pt x="17737434" y="6603999"/>
                  </a:lnTo>
                  <a:lnTo>
                    <a:pt x="17716786" y="6642099"/>
                  </a:lnTo>
                  <a:lnTo>
                    <a:pt x="17695617" y="6680199"/>
                  </a:lnTo>
                  <a:lnTo>
                    <a:pt x="17673927" y="6718299"/>
                  </a:lnTo>
                  <a:lnTo>
                    <a:pt x="17651721" y="6769099"/>
                  </a:lnTo>
                  <a:lnTo>
                    <a:pt x="17629000" y="6807199"/>
                  </a:lnTo>
                  <a:lnTo>
                    <a:pt x="17605765" y="6845299"/>
                  </a:lnTo>
                  <a:lnTo>
                    <a:pt x="17582021" y="6883399"/>
                  </a:lnTo>
                  <a:lnTo>
                    <a:pt x="17557769" y="6908799"/>
                  </a:lnTo>
                  <a:lnTo>
                    <a:pt x="17533011" y="6946899"/>
                  </a:lnTo>
                  <a:lnTo>
                    <a:pt x="17507749" y="6984999"/>
                  </a:lnTo>
                  <a:lnTo>
                    <a:pt x="17481987" y="7023099"/>
                  </a:lnTo>
                  <a:lnTo>
                    <a:pt x="17455726" y="7061199"/>
                  </a:lnTo>
                  <a:lnTo>
                    <a:pt x="17428968" y="7099299"/>
                  </a:lnTo>
                  <a:lnTo>
                    <a:pt x="17401717" y="7137399"/>
                  </a:lnTo>
                  <a:lnTo>
                    <a:pt x="17373973" y="7175499"/>
                  </a:lnTo>
                  <a:lnTo>
                    <a:pt x="17345741" y="7213599"/>
                  </a:lnTo>
                  <a:lnTo>
                    <a:pt x="17317021" y="7251699"/>
                  </a:lnTo>
                  <a:lnTo>
                    <a:pt x="17287817" y="7289799"/>
                  </a:lnTo>
                  <a:lnTo>
                    <a:pt x="17258131" y="7327899"/>
                  </a:lnTo>
                  <a:lnTo>
                    <a:pt x="17227964" y="7353299"/>
                  </a:lnTo>
                  <a:lnTo>
                    <a:pt x="17197320" y="7391399"/>
                  </a:lnTo>
                  <a:lnTo>
                    <a:pt x="17166200" y="7429499"/>
                  </a:lnTo>
                  <a:lnTo>
                    <a:pt x="17134607" y="7467599"/>
                  </a:lnTo>
                  <a:lnTo>
                    <a:pt x="17102544" y="7505699"/>
                  </a:lnTo>
                  <a:lnTo>
                    <a:pt x="17070012" y="7531099"/>
                  </a:lnTo>
                  <a:lnTo>
                    <a:pt x="17037014" y="7569199"/>
                  </a:lnTo>
                  <a:lnTo>
                    <a:pt x="17003553" y="7607299"/>
                  </a:lnTo>
                  <a:lnTo>
                    <a:pt x="16969630" y="7645399"/>
                  </a:lnTo>
                  <a:lnTo>
                    <a:pt x="16935248" y="7670799"/>
                  </a:lnTo>
                  <a:lnTo>
                    <a:pt x="16900409" y="7708899"/>
                  </a:lnTo>
                  <a:lnTo>
                    <a:pt x="16865116" y="7746999"/>
                  </a:lnTo>
                  <a:lnTo>
                    <a:pt x="16829371" y="7772399"/>
                  </a:lnTo>
                  <a:lnTo>
                    <a:pt x="16793176" y="7810499"/>
                  </a:lnTo>
                  <a:lnTo>
                    <a:pt x="16756534" y="7848599"/>
                  </a:lnTo>
                  <a:lnTo>
                    <a:pt x="16719446" y="7873999"/>
                  </a:lnTo>
                  <a:lnTo>
                    <a:pt x="16681916" y="7912099"/>
                  </a:lnTo>
                  <a:lnTo>
                    <a:pt x="16643946" y="7950199"/>
                  </a:lnTo>
                  <a:lnTo>
                    <a:pt x="16605537" y="7975599"/>
                  </a:lnTo>
                  <a:lnTo>
                    <a:pt x="16566693" y="8013699"/>
                  </a:lnTo>
                  <a:lnTo>
                    <a:pt x="16527415" y="8051799"/>
                  </a:lnTo>
                  <a:lnTo>
                    <a:pt x="16487706" y="8077199"/>
                  </a:lnTo>
                  <a:lnTo>
                    <a:pt x="16447569" y="8115299"/>
                  </a:lnTo>
                  <a:lnTo>
                    <a:pt x="16407005" y="8140699"/>
                  </a:lnTo>
                  <a:lnTo>
                    <a:pt x="16366017" y="8178799"/>
                  </a:lnTo>
                  <a:lnTo>
                    <a:pt x="16324607" y="8204199"/>
                  </a:lnTo>
                  <a:lnTo>
                    <a:pt x="16282778" y="8242299"/>
                  </a:lnTo>
                  <a:lnTo>
                    <a:pt x="16240531" y="8267699"/>
                  </a:lnTo>
                  <a:lnTo>
                    <a:pt x="16197870" y="8305799"/>
                  </a:lnTo>
                  <a:lnTo>
                    <a:pt x="16111313" y="8356599"/>
                  </a:lnTo>
                  <a:lnTo>
                    <a:pt x="16067422" y="8394699"/>
                  </a:lnTo>
                  <a:lnTo>
                    <a:pt x="16023125" y="8420099"/>
                  </a:lnTo>
                  <a:lnTo>
                    <a:pt x="15978425" y="8458199"/>
                  </a:lnTo>
                  <a:lnTo>
                    <a:pt x="15887825" y="8508999"/>
                  </a:lnTo>
                  <a:lnTo>
                    <a:pt x="15841930" y="8547099"/>
                  </a:lnTo>
                  <a:lnTo>
                    <a:pt x="15748960" y="8597899"/>
                  </a:lnTo>
                  <a:lnTo>
                    <a:pt x="15701890" y="8635999"/>
                  </a:lnTo>
                  <a:lnTo>
                    <a:pt x="15558370" y="8712199"/>
                  </a:lnTo>
                  <a:lnTo>
                    <a:pt x="15509767" y="8750299"/>
                  </a:lnTo>
                  <a:lnTo>
                    <a:pt x="15311604" y="8851899"/>
                  </a:lnTo>
                  <a:lnTo>
                    <a:pt x="15261137" y="8889999"/>
                  </a:lnTo>
                  <a:lnTo>
                    <a:pt x="15107551" y="8966199"/>
                  </a:lnTo>
                  <a:lnTo>
                    <a:pt x="14790752" y="9118599"/>
                  </a:lnTo>
                  <a:lnTo>
                    <a:pt x="14461540" y="9270999"/>
                  </a:lnTo>
                  <a:lnTo>
                    <a:pt x="14405500" y="9283699"/>
                  </a:lnTo>
                  <a:lnTo>
                    <a:pt x="14178076" y="9385299"/>
                  </a:lnTo>
                  <a:lnTo>
                    <a:pt x="14120417" y="9397999"/>
                  </a:lnTo>
                  <a:lnTo>
                    <a:pt x="14004149" y="9448799"/>
                  </a:lnTo>
                  <a:lnTo>
                    <a:pt x="13945546" y="9461499"/>
                  </a:lnTo>
                  <a:lnTo>
                    <a:pt x="13827412" y="9512299"/>
                  </a:lnTo>
                  <a:lnTo>
                    <a:pt x="13767886" y="9524999"/>
                  </a:lnTo>
                  <a:lnTo>
                    <a:pt x="13647928" y="9575799"/>
                  </a:lnTo>
                  <a:lnTo>
                    <a:pt x="13587500" y="9588499"/>
                  </a:lnTo>
                  <a:lnTo>
                    <a:pt x="13526777" y="9613899"/>
                  </a:lnTo>
                  <a:lnTo>
                    <a:pt x="13465760" y="9626599"/>
                  </a:lnTo>
                  <a:lnTo>
                    <a:pt x="13404452" y="9651999"/>
                  </a:lnTo>
                  <a:lnTo>
                    <a:pt x="13342855" y="9664699"/>
                  </a:lnTo>
                  <a:lnTo>
                    <a:pt x="13280971" y="9690099"/>
                  </a:lnTo>
                  <a:lnTo>
                    <a:pt x="13218803" y="9702799"/>
                  </a:lnTo>
                  <a:lnTo>
                    <a:pt x="13156353" y="9728199"/>
                  </a:lnTo>
                  <a:lnTo>
                    <a:pt x="13093624" y="9740899"/>
                  </a:lnTo>
                  <a:lnTo>
                    <a:pt x="13030617" y="9766299"/>
                  </a:lnTo>
                  <a:lnTo>
                    <a:pt x="12903781" y="9791699"/>
                  </a:lnTo>
                  <a:lnTo>
                    <a:pt x="12839957" y="9817099"/>
                  </a:lnTo>
                  <a:lnTo>
                    <a:pt x="12646885" y="9855199"/>
                  </a:lnTo>
                  <a:lnTo>
                    <a:pt x="12582003" y="9880599"/>
                  </a:lnTo>
                  <a:lnTo>
                    <a:pt x="12319911" y="9931399"/>
                  </a:lnTo>
                  <a:lnTo>
                    <a:pt x="12253760" y="9956799"/>
                  </a:lnTo>
                  <a:lnTo>
                    <a:pt x="11579044" y="10083799"/>
                  </a:lnTo>
                  <a:close/>
                </a:path>
                <a:path w="18114010" h="10274300">
                  <a:moveTo>
                    <a:pt x="11233154" y="10134599"/>
                  </a:moveTo>
                  <a:lnTo>
                    <a:pt x="6880285" y="10134599"/>
                  </a:lnTo>
                  <a:lnTo>
                    <a:pt x="6603135" y="10083799"/>
                  </a:lnTo>
                  <a:lnTo>
                    <a:pt x="11510304" y="10083799"/>
                  </a:lnTo>
                  <a:lnTo>
                    <a:pt x="11233154" y="10134599"/>
                  </a:lnTo>
                  <a:close/>
                </a:path>
                <a:path w="18114010" h="10274300">
                  <a:moveTo>
                    <a:pt x="10952612" y="10172699"/>
                  </a:moveTo>
                  <a:lnTo>
                    <a:pt x="7160827" y="10172699"/>
                  </a:lnTo>
                  <a:lnTo>
                    <a:pt x="6950108" y="10134599"/>
                  </a:lnTo>
                  <a:lnTo>
                    <a:pt x="11163330" y="10134599"/>
                  </a:lnTo>
                  <a:lnTo>
                    <a:pt x="10952612" y="10172699"/>
                  </a:lnTo>
                  <a:close/>
                </a:path>
                <a:path w="18114010" h="10274300">
                  <a:moveTo>
                    <a:pt x="10740070" y="10198099"/>
                  </a:moveTo>
                  <a:lnTo>
                    <a:pt x="7373369" y="10198099"/>
                  </a:lnTo>
                  <a:lnTo>
                    <a:pt x="7231474" y="10172699"/>
                  </a:lnTo>
                  <a:lnTo>
                    <a:pt x="10881964" y="10172699"/>
                  </a:lnTo>
                  <a:lnTo>
                    <a:pt x="10740070" y="10198099"/>
                  </a:lnTo>
                  <a:close/>
                </a:path>
                <a:path w="18114010" h="10274300">
                  <a:moveTo>
                    <a:pt x="10597392" y="10210799"/>
                  </a:moveTo>
                  <a:lnTo>
                    <a:pt x="7516046" y="10210799"/>
                  </a:lnTo>
                  <a:lnTo>
                    <a:pt x="7444611" y="10198099"/>
                  </a:lnTo>
                  <a:lnTo>
                    <a:pt x="10668828" y="10198099"/>
                  </a:lnTo>
                  <a:lnTo>
                    <a:pt x="10597392" y="10210799"/>
                  </a:lnTo>
                  <a:close/>
                </a:path>
                <a:path w="18114010" h="10274300">
                  <a:moveTo>
                    <a:pt x="10453951" y="10223499"/>
                  </a:moveTo>
                  <a:lnTo>
                    <a:pt x="7659487" y="10223499"/>
                  </a:lnTo>
                  <a:lnTo>
                    <a:pt x="7587672" y="10210799"/>
                  </a:lnTo>
                  <a:lnTo>
                    <a:pt x="10525766" y="10210799"/>
                  </a:lnTo>
                  <a:lnTo>
                    <a:pt x="10453951" y="10223499"/>
                  </a:lnTo>
                  <a:close/>
                </a:path>
                <a:path w="18114010" h="10274300">
                  <a:moveTo>
                    <a:pt x="10309765" y="10236199"/>
                  </a:moveTo>
                  <a:lnTo>
                    <a:pt x="7803674" y="10236199"/>
                  </a:lnTo>
                  <a:lnTo>
                    <a:pt x="7731489" y="10223499"/>
                  </a:lnTo>
                  <a:lnTo>
                    <a:pt x="10381950" y="10223499"/>
                  </a:lnTo>
                  <a:lnTo>
                    <a:pt x="10309765" y="10236199"/>
                  </a:lnTo>
                  <a:close/>
                </a:path>
                <a:path w="18114010" h="10274300">
                  <a:moveTo>
                    <a:pt x="10092128" y="10248899"/>
                  </a:moveTo>
                  <a:lnTo>
                    <a:pt x="8021311" y="10248899"/>
                  </a:lnTo>
                  <a:lnTo>
                    <a:pt x="7948587" y="10236199"/>
                  </a:lnTo>
                  <a:lnTo>
                    <a:pt x="10164851" y="10236199"/>
                  </a:lnTo>
                  <a:lnTo>
                    <a:pt x="10092128" y="10248899"/>
                  </a:lnTo>
                  <a:close/>
                </a:path>
                <a:path w="18114010" h="10274300">
                  <a:moveTo>
                    <a:pt x="9946160" y="10261599"/>
                  </a:moveTo>
                  <a:lnTo>
                    <a:pt x="8167279" y="10261599"/>
                  </a:lnTo>
                  <a:lnTo>
                    <a:pt x="8094209" y="10248899"/>
                  </a:lnTo>
                  <a:lnTo>
                    <a:pt x="10019230" y="10248899"/>
                  </a:lnTo>
                  <a:lnTo>
                    <a:pt x="9946160" y="10261599"/>
                  </a:lnTo>
                  <a:close/>
                </a:path>
                <a:path w="18114010" h="10274300">
                  <a:moveTo>
                    <a:pt x="9652201" y="10274299"/>
                  </a:moveTo>
                  <a:lnTo>
                    <a:pt x="8461238" y="10274299"/>
                  </a:lnTo>
                  <a:lnTo>
                    <a:pt x="8387501" y="10261599"/>
                  </a:lnTo>
                  <a:lnTo>
                    <a:pt x="9725938" y="10261599"/>
                  </a:lnTo>
                  <a:lnTo>
                    <a:pt x="9652201" y="10274299"/>
                  </a:lnTo>
                  <a:close/>
                </a:path>
              </a:pathLst>
            </a:custGeom>
            <a:solidFill>
              <a:srgbClr val="B37D8F">
                <a:alpha val="2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26840" y="1221364"/>
            <a:ext cx="11338560" cy="7069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50" spc="-10" dirty="0">
                <a:solidFill>
                  <a:srgbClr val="851B44"/>
                </a:solidFill>
                <a:latin typeface="Cambria"/>
                <a:cs typeface="Cambria"/>
              </a:rPr>
              <a:t>Scenario:</a:t>
            </a:r>
            <a:endParaRPr sz="33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335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3350" spc="-210" dirty="0">
                <a:latin typeface="Arial Black"/>
                <a:cs typeface="Arial Black"/>
              </a:rPr>
              <a:t>Jordan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25" dirty="0">
                <a:latin typeface="Arial Black"/>
                <a:cs typeface="Arial Black"/>
              </a:rPr>
              <a:t>Rapid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85" dirty="0">
                <a:latin typeface="Arial Black"/>
                <a:cs typeface="Arial Black"/>
              </a:rPr>
              <a:t>Bus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65" dirty="0">
                <a:latin typeface="Arial Black"/>
                <a:cs typeface="Arial Black"/>
              </a:rPr>
              <a:t>System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90" dirty="0">
                <a:latin typeface="Arial Black"/>
                <a:cs typeface="Arial Black"/>
              </a:rPr>
              <a:t>aims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145" dirty="0">
                <a:latin typeface="Arial Black"/>
                <a:cs typeface="Arial Black"/>
              </a:rPr>
              <a:t>to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190" dirty="0">
                <a:latin typeface="Arial Black"/>
                <a:cs typeface="Arial Black"/>
              </a:rPr>
              <a:t>improve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10" dirty="0">
                <a:latin typeface="Arial Black"/>
                <a:cs typeface="Arial Black"/>
              </a:rPr>
              <a:t>public </a:t>
            </a:r>
            <a:r>
              <a:rPr sz="3350" spc="-185" dirty="0">
                <a:latin typeface="Arial Black"/>
                <a:cs typeface="Arial Black"/>
              </a:rPr>
              <a:t>transportation</a:t>
            </a:r>
            <a:r>
              <a:rPr sz="3350" spc="-275" dirty="0">
                <a:latin typeface="Arial Black"/>
                <a:cs typeface="Arial Black"/>
              </a:rPr>
              <a:t> </a:t>
            </a:r>
            <a:r>
              <a:rPr sz="3350" spc="-130" dirty="0">
                <a:latin typeface="Arial Black"/>
                <a:cs typeface="Arial Black"/>
              </a:rPr>
              <a:t>by</a:t>
            </a:r>
            <a:r>
              <a:rPr sz="3350" spc="-275" dirty="0">
                <a:latin typeface="Arial Black"/>
                <a:cs typeface="Arial Black"/>
              </a:rPr>
              <a:t> </a:t>
            </a:r>
            <a:r>
              <a:rPr sz="3350" spc="-210" dirty="0">
                <a:latin typeface="Arial Black"/>
                <a:cs typeface="Arial Black"/>
              </a:rPr>
              <a:t>adding</a:t>
            </a:r>
            <a:r>
              <a:rPr sz="3350" spc="-275" dirty="0">
                <a:latin typeface="Arial Black"/>
                <a:cs typeface="Arial Black"/>
              </a:rPr>
              <a:t> </a:t>
            </a:r>
            <a:r>
              <a:rPr sz="3350" spc="-204" dirty="0">
                <a:latin typeface="Arial Black"/>
                <a:cs typeface="Arial Black"/>
              </a:rPr>
              <a:t>and</a:t>
            </a:r>
            <a:r>
              <a:rPr sz="3350" spc="-270" dirty="0">
                <a:latin typeface="Arial Black"/>
                <a:cs typeface="Arial Black"/>
              </a:rPr>
              <a:t> </a:t>
            </a:r>
            <a:r>
              <a:rPr sz="3350" spc="-190" dirty="0">
                <a:latin typeface="Arial Black"/>
                <a:cs typeface="Arial Black"/>
              </a:rPr>
              <a:t>optimizing</a:t>
            </a:r>
            <a:r>
              <a:rPr sz="3350" spc="-275" dirty="0">
                <a:latin typeface="Arial Black"/>
                <a:cs typeface="Arial Black"/>
              </a:rPr>
              <a:t> </a:t>
            </a:r>
            <a:r>
              <a:rPr sz="3350" spc="-25" dirty="0">
                <a:latin typeface="Arial Black"/>
                <a:cs typeface="Arial Black"/>
              </a:rPr>
              <a:t>bus </a:t>
            </a:r>
            <a:r>
              <a:rPr sz="3350" spc="-235" dirty="0">
                <a:latin typeface="Arial Black"/>
                <a:cs typeface="Arial Black"/>
              </a:rPr>
              <a:t>movements</a:t>
            </a:r>
            <a:r>
              <a:rPr sz="3350" spc="-310" dirty="0">
                <a:latin typeface="Arial Black"/>
                <a:cs typeface="Arial Black"/>
              </a:rPr>
              <a:t> across </a:t>
            </a:r>
            <a:r>
              <a:rPr sz="3350" spc="-180" dirty="0">
                <a:latin typeface="Arial Black"/>
                <a:cs typeface="Arial Black"/>
              </a:rPr>
              <a:t>the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54" dirty="0">
                <a:latin typeface="Arial Black"/>
                <a:cs typeface="Arial Black"/>
              </a:rPr>
              <a:t>city.</a:t>
            </a:r>
            <a:r>
              <a:rPr sz="3350" spc="-310" dirty="0">
                <a:latin typeface="Arial Black"/>
                <a:cs typeface="Arial Black"/>
              </a:rPr>
              <a:t> </a:t>
            </a:r>
            <a:r>
              <a:rPr sz="3350" spc="-300" dirty="0">
                <a:latin typeface="Arial Black"/>
                <a:cs typeface="Arial Black"/>
              </a:rPr>
              <a:t>The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65" dirty="0">
                <a:latin typeface="Arial Black"/>
                <a:cs typeface="Arial Black"/>
              </a:rPr>
              <a:t>system</a:t>
            </a:r>
            <a:r>
              <a:rPr sz="3350" spc="-310" dirty="0">
                <a:latin typeface="Arial Black"/>
                <a:cs typeface="Arial Black"/>
              </a:rPr>
              <a:t> faces </a:t>
            </a:r>
            <a:r>
              <a:rPr sz="3350" spc="-265" dirty="0">
                <a:latin typeface="Arial Black"/>
                <a:cs typeface="Arial Black"/>
              </a:rPr>
              <a:t>challenges</a:t>
            </a:r>
            <a:r>
              <a:rPr sz="3350" spc="-310" dirty="0">
                <a:latin typeface="Arial Black"/>
                <a:cs typeface="Arial Black"/>
              </a:rPr>
              <a:t> </a:t>
            </a:r>
            <a:r>
              <a:rPr sz="3350" spc="-150" dirty="0">
                <a:latin typeface="Arial Black"/>
                <a:cs typeface="Arial Black"/>
              </a:rPr>
              <a:t>in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70" dirty="0">
                <a:latin typeface="Arial Black"/>
                <a:cs typeface="Arial Black"/>
              </a:rPr>
              <a:t>managing</a:t>
            </a:r>
            <a:r>
              <a:rPr sz="3350" spc="-310" dirty="0">
                <a:latin typeface="Arial Black"/>
                <a:cs typeface="Arial Black"/>
              </a:rPr>
              <a:t> </a:t>
            </a:r>
            <a:r>
              <a:rPr sz="3350" spc="-180" dirty="0">
                <a:latin typeface="Arial Black"/>
                <a:cs typeface="Arial Black"/>
              </a:rPr>
              <a:t>the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165" dirty="0">
                <a:latin typeface="Arial Black"/>
                <a:cs typeface="Arial Black"/>
              </a:rPr>
              <a:t>addition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95" dirty="0">
                <a:latin typeface="Arial Black"/>
                <a:cs typeface="Arial Black"/>
              </a:rPr>
              <a:t>of</a:t>
            </a:r>
            <a:r>
              <a:rPr sz="3350" spc="-310" dirty="0">
                <a:latin typeface="Arial Black"/>
                <a:cs typeface="Arial Black"/>
              </a:rPr>
              <a:t> </a:t>
            </a:r>
            <a:r>
              <a:rPr sz="3350" spc="-325" dirty="0">
                <a:latin typeface="Arial Black"/>
                <a:cs typeface="Arial Black"/>
              </a:rPr>
              <a:t>new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70" dirty="0">
                <a:latin typeface="Arial Black"/>
                <a:cs typeface="Arial Black"/>
              </a:rPr>
              <a:t>buses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5" dirty="0">
                <a:latin typeface="Arial Black"/>
                <a:cs typeface="Arial Black"/>
              </a:rPr>
              <a:t>to </a:t>
            </a:r>
            <a:r>
              <a:rPr sz="3350" spc="-145" dirty="0">
                <a:latin typeface="Arial Black"/>
                <a:cs typeface="Arial Black"/>
              </a:rPr>
              <a:t>different</a:t>
            </a:r>
            <a:r>
              <a:rPr sz="3350" spc="-285" dirty="0">
                <a:latin typeface="Arial Black"/>
                <a:cs typeface="Arial Black"/>
              </a:rPr>
              <a:t> </a:t>
            </a:r>
            <a:r>
              <a:rPr sz="3350" spc="-220" dirty="0">
                <a:latin typeface="Arial Black"/>
                <a:cs typeface="Arial Black"/>
              </a:rPr>
              <a:t>routes</a:t>
            </a:r>
            <a:r>
              <a:rPr sz="3350" spc="-285" dirty="0">
                <a:latin typeface="Arial Black"/>
                <a:cs typeface="Arial Black"/>
              </a:rPr>
              <a:t> </a:t>
            </a:r>
            <a:r>
              <a:rPr sz="3350" spc="-254" dirty="0">
                <a:latin typeface="Arial Black"/>
                <a:cs typeface="Arial Black"/>
              </a:rPr>
              <a:t>based</a:t>
            </a:r>
            <a:r>
              <a:rPr sz="3350" spc="-285" dirty="0">
                <a:latin typeface="Arial Black"/>
                <a:cs typeface="Arial Black"/>
              </a:rPr>
              <a:t> </a:t>
            </a:r>
            <a:r>
              <a:rPr sz="3350" spc="-155" dirty="0">
                <a:latin typeface="Arial Black"/>
                <a:cs typeface="Arial Black"/>
              </a:rPr>
              <a:t>on</a:t>
            </a:r>
            <a:r>
              <a:rPr sz="3350" spc="-285" dirty="0">
                <a:latin typeface="Arial Black"/>
                <a:cs typeface="Arial Black"/>
              </a:rPr>
              <a:t> </a:t>
            </a:r>
            <a:r>
              <a:rPr sz="3350" spc="-250" dirty="0">
                <a:latin typeface="Arial Black"/>
                <a:cs typeface="Arial Black"/>
              </a:rPr>
              <a:t>actual</a:t>
            </a:r>
            <a:r>
              <a:rPr sz="3350" spc="-285" dirty="0">
                <a:latin typeface="Arial Black"/>
                <a:cs typeface="Arial Black"/>
              </a:rPr>
              <a:t> </a:t>
            </a:r>
            <a:r>
              <a:rPr sz="3350" spc="-210" dirty="0">
                <a:latin typeface="Arial Black"/>
                <a:cs typeface="Arial Black"/>
              </a:rPr>
              <a:t>demand.</a:t>
            </a:r>
            <a:r>
              <a:rPr sz="3350" spc="-285" dirty="0">
                <a:latin typeface="Arial Black"/>
                <a:cs typeface="Arial Black"/>
              </a:rPr>
              <a:t> </a:t>
            </a:r>
            <a:r>
              <a:rPr sz="3350" spc="-135" dirty="0">
                <a:latin typeface="Arial Black"/>
                <a:cs typeface="Arial Black"/>
              </a:rPr>
              <a:t>Additionally, </a:t>
            </a:r>
            <a:r>
              <a:rPr sz="3350" spc="-200" dirty="0">
                <a:latin typeface="Arial Black"/>
                <a:cs typeface="Arial Black"/>
              </a:rPr>
              <a:t>there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65" dirty="0">
                <a:latin typeface="Arial Black"/>
                <a:cs typeface="Arial Black"/>
              </a:rPr>
              <a:t>are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40" dirty="0">
                <a:latin typeface="Arial Black"/>
                <a:cs typeface="Arial Black"/>
              </a:rPr>
              <a:t>delays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150" dirty="0">
                <a:latin typeface="Arial Black"/>
                <a:cs typeface="Arial Black"/>
              </a:rPr>
              <a:t>in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195" dirty="0">
                <a:latin typeface="Arial Black"/>
                <a:cs typeface="Arial Black"/>
              </a:rPr>
              <a:t>updating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70" dirty="0">
                <a:latin typeface="Arial Black"/>
                <a:cs typeface="Arial Black"/>
              </a:rPr>
              <a:t>users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80" dirty="0">
                <a:latin typeface="Arial Black"/>
                <a:cs typeface="Arial Black"/>
              </a:rPr>
              <a:t>when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00" dirty="0">
                <a:latin typeface="Arial Black"/>
                <a:cs typeface="Arial Black"/>
              </a:rPr>
              <a:t>there</a:t>
            </a:r>
            <a:r>
              <a:rPr sz="3350" spc="-300" dirty="0">
                <a:latin typeface="Arial Black"/>
                <a:cs typeface="Arial Black"/>
              </a:rPr>
              <a:t> </a:t>
            </a:r>
            <a:r>
              <a:rPr sz="3350" spc="-290" dirty="0">
                <a:latin typeface="Arial Black"/>
                <a:cs typeface="Arial Black"/>
              </a:rPr>
              <a:t>are </a:t>
            </a:r>
            <a:r>
              <a:rPr sz="3350" spc="-310" dirty="0">
                <a:latin typeface="Arial Black"/>
                <a:cs typeface="Arial Black"/>
              </a:rPr>
              <a:t>changes </a:t>
            </a:r>
            <a:r>
              <a:rPr sz="3350" spc="-150" dirty="0">
                <a:latin typeface="Arial Black"/>
                <a:cs typeface="Arial Black"/>
              </a:rPr>
              <a:t>in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25" dirty="0">
                <a:latin typeface="Arial Black"/>
                <a:cs typeface="Arial Black"/>
              </a:rPr>
              <a:t>bus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50" dirty="0">
                <a:latin typeface="Arial Black"/>
                <a:cs typeface="Arial Black"/>
              </a:rPr>
              <a:t>status,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75" dirty="0">
                <a:latin typeface="Arial Black"/>
                <a:cs typeface="Arial Black"/>
              </a:rPr>
              <a:t>such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380" dirty="0">
                <a:latin typeface="Arial Black"/>
                <a:cs typeface="Arial Black"/>
              </a:rPr>
              <a:t>as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240" dirty="0">
                <a:latin typeface="Arial Black"/>
                <a:cs typeface="Arial Black"/>
              </a:rPr>
              <a:t>delays</a:t>
            </a:r>
            <a:r>
              <a:rPr sz="3350" spc="-310" dirty="0">
                <a:latin typeface="Arial Black"/>
                <a:cs typeface="Arial Black"/>
              </a:rPr>
              <a:t> </a:t>
            </a:r>
            <a:r>
              <a:rPr sz="3350" spc="-135" dirty="0">
                <a:latin typeface="Arial Black"/>
                <a:cs typeface="Arial Black"/>
              </a:rPr>
              <a:t>or</a:t>
            </a:r>
            <a:r>
              <a:rPr sz="3350" spc="-305" dirty="0">
                <a:latin typeface="Arial Black"/>
                <a:cs typeface="Arial Black"/>
              </a:rPr>
              <a:t> </a:t>
            </a:r>
            <a:r>
              <a:rPr sz="3350" spc="-10" dirty="0">
                <a:latin typeface="Arial Black"/>
                <a:cs typeface="Arial Black"/>
              </a:rPr>
              <a:t>route </a:t>
            </a:r>
            <a:r>
              <a:rPr sz="3350" spc="-204" dirty="0">
                <a:latin typeface="Arial Black"/>
                <a:cs typeface="Arial Black"/>
              </a:rPr>
              <a:t>modifications.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300" dirty="0">
                <a:latin typeface="Arial Black"/>
                <a:cs typeface="Arial Black"/>
              </a:rPr>
              <a:t>The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265" dirty="0">
                <a:latin typeface="Arial Black"/>
                <a:cs typeface="Arial Black"/>
              </a:rPr>
              <a:t>system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254" dirty="0">
                <a:latin typeface="Arial Black"/>
                <a:cs typeface="Arial Black"/>
              </a:rPr>
              <a:t>also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250" dirty="0">
                <a:latin typeface="Arial Black"/>
                <a:cs typeface="Arial Black"/>
              </a:rPr>
              <a:t>needs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145" dirty="0">
                <a:latin typeface="Arial Black"/>
                <a:cs typeface="Arial Black"/>
              </a:rPr>
              <a:t>to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10" dirty="0">
                <a:latin typeface="Arial Black"/>
                <a:cs typeface="Arial Black"/>
              </a:rPr>
              <a:t>support </a:t>
            </a:r>
            <a:r>
              <a:rPr sz="3350" spc="-185" dirty="0">
                <a:latin typeface="Arial Black"/>
                <a:cs typeface="Arial Black"/>
              </a:rPr>
              <a:t>undoing</a:t>
            </a:r>
            <a:r>
              <a:rPr sz="3350" spc="-275" dirty="0">
                <a:latin typeface="Arial Black"/>
                <a:cs typeface="Arial Black"/>
              </a:rPr>
              <a:t> </a:t>
            </a:r>
            <a:r>
              <a:rPr sz="3350" spc="-165" dirty="0">
                <a:latin typeface="Arial Black"/>
                <a:cs typeface="Arial Black"/>
              </a:rPr>
              <a:t>user-</a:t>
            </a:r>
            <a:r>
              <a:rPr sz="3350" spc="-254" dirty="0">
                <a:latin typeface="Arial Black"/>
                <a:cs typeface="Arial Black"/>
              </a:rPr>
              <a:t>issued</a:t>
            </a:r>
            <a:r>
              <a:rPr sz="3350" spc="-270" dirty="0">
                <a:latin typeface="Arial Black"/>
                <a:cs typeface="Arial Black"/>
              </a:rPr>
              <a:t> </a:t>
            </a:r>
            <a:r>
              <a:rPr sz="3350" spc="-250" dirty="0">
                <a:latin typeface="Arial Black"/>
                <a:cs typeface="Arial Black"/>
              </a:rPr>
              <a:t>actions</a:t>
            </a:r>
            <a:r>
              <a:rPr sz="3350" spc="-270" dirty="0">
                <a:latin typeface="Arial Black"/>
                <a:cs typeface="Arial Black"/>
              </a:rPr>
              <a:t> </a:t>
            </a:r>
            <a:r>
              <a:rPr sz="3350" spc="-204" dirty="0">
                <a:latin typeface="Arial Black"/>
                <a:cs typeface="Arial Black"/>
              </a:rPr>
              <a:t>and</a:t>
            </a:r>
            <a:r>
              <a:rPr sz="3350" spc="-270" dirty="0">
                <a:latin typeface="Arial Black"/>
                <a:cs typeface="Arial Black"/>
              </a:rPr>
              <a:t> </a:t>
            </a:r>
            <a:r>
              <a:rPr sz="3350" spc="-160" dirty="0">
                <a:latin typeface="Arial Black"/>
                <a:cs typeface="Arial Black"/>
              </a:rPr>
              <a:t>simplify</a:t>
            </a:r>
            <a:r>
              <a:rPr sz="3350" spc="-270" dirty="0">
                <a:latin typeface="Arial Black"/>
                <a:cs typeface="Arial Black"/>
              </a:rPr>
              <a:t> </a:t>
            </a:r>
            <a:r>
              <a:rPr sz="3350" spc="-180" dirty="0">
                <a:latin typeface="Arial Black"/>
                <a:cs typeface="Arial Black"/>
              </a:rPr>
              <a:t>control</a:t>
            </a:r>
            <a:r>
              <a:rPr sz="3350" spc="-270" dirty="0">
                <a:latin typeface="Arial Black"/>
                <a:cs typeface="Arial Black"/>
              </a:rPr>
              <a:t> </a:t>
            </a:r>
            <a:r>
              <a:rPr sz="3350" spc="-20" dirty="0">
                <a:latin typeface="Arial Black"/>
                <a:cs typeface="Arial Black"/>
              </a:rPr>
              <a:t>over </a:t>
            </a:r>
            <a:r>
              <a:rPr sz="3350" spc="-145" dirty="0">
                <a:latin typeface="Arial Black"/>
                <a:cs typeface="Arial Black"/>
              </a:rPr>
              <a:t>different</a:t>
            </a:r>
            <a:r>
              <a:rPr sz="3350" spc="-295" dirty="0">
                <a:latin typeface="Arial Black"/>
                <a:cs typeface="Arial Black"/>
              </a:rPr>
              <a:t> </a:t>
            </a:r>
            <a:r>
              <a:rPr sz="3350" spc="-265" dirty="0">
                <a:latin typeface="Arial Black"/>
                <a:cs typeface="Arial Black"/>
              </a:rPr>
              <a:t>subsystems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180" dirty="0">
                <a:latin typeface="Arial Black"/>
                <a:cs typeface="Arial Black"/>
              </a:rPr>
              <a:t>through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360" dirty="0">
                <a:latin typeface="Arial Black"/>
                <a:cs typeface="Arial Black"/>
              </a:rPr>
              <a:t>a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150" dirty="0">
                <a:latin typeface="Arial Black"/>
                <a:cs typeface="Arial Black"/>
              </a:rPr>
              <a:t>unified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90" dirty="0">
                <a:latin typeface="Arial Black"/>
                <a:cs typeface="Arial Black"/>
              </a:rPr>
              <a:t>interface.</a:t>
            </a:r>
            <a:endParaRPr sz="33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96915" y="0"/>
            <a:ext cx="7772400" cy="2472690"/>
          </a:xfrm>
          <a:custGeom>
            <a:avLst/>
            <a:gdLst/>
            <a:ahLst/>
            <a:cxnLst/>
            <a:rect l="l" t="t" r="r" b="b"/>
            <a:pathLst>
              <a:path w="7772400" h="2472690">
                <a:moveTo>
                  <a:pt x="4795939" y="2395407"/>
                </a:moveTo>
                <a:lnTo>
                  <a:pt x="2976370" y="2395407"/>
                </a:lnTo>
                <a:lnTo>
                  <a:pt x="2460254" y="2243007"/>
                </a:lnTo>
                <a:lnTo>
                  <a:pt x="2418423" y="2217607"/>
                </a:lnTo>
                <a:lnTo>
                  <a:pt x="2335339" y="2192207"/>
                </a:lnTo>
                <a:lnTo>
                  <a:pt x="2294092" y="2166807"/>
                </a:lnTo>
                <a:lnTo>
                  <a:pt x="2212199" y="2141407"/>
                </a:lnTo>
                <a:lnTo>
                  <a:pt x="2171557" y="2116007"/>
                </a:lnTo>
                <a:lnTo>
                  <a:pt x="2131123" y="2103307"/>
                </a:lnTo>
                <a:lnTo>
                  <a:pt x="2090897" y="2077907"/>
                </a:lnTo>
                <a:lnTo>
                  <a:pt x="2050883" y="2065207"/>
                </a:lnTo>
                <a:lnTo>
                  <a:pt x="2011083" y="2039807"/>
                </a:lnTo>
                <a:lnTo>
                  <a:pt x="1971500" y="2027107"/>
                </a:lnTo>
                <a:lnTo>
                  <a:pt x="1892991" y="1976307"/>
                </a:lnTo>
                <a:lnTo>
                  <a:pt x="1854070" y="1963607"/>
                </a:lnTo>
                <a:lnTo>
                  <a:pt x="1738673" y="1887407"/>
                </a:lnTo>
                <a:lnTo>
                  <a:pt x="1700670" y="1874707"/>
                </a:lnTo>
                <a:lnTo>
                  <a:pt x="1551036" y="1773107"/>
                </a:lnTo>
                <a:lnTo>
                  <a:pt x="1405322" y="1671507"/>
                </a:lnTo>
                <a:lnTo>
                  <a:pt x="1298700" y="1595307"/>
                </a:lnTo>
                <a:lnTo>
                  <a:pt x="1263680" y="1557207"/>
                </a:lnTo>
                <a:lnTo>
                  <a:pt x="1160213" y="1481007"/>
                </a:lnTo>
                <a:lnTo>
                  <a:pt x="1126263" y="1455607"/>
                </a:lnTo>
                <a:lnTo>
                  <a:pt x="1092587" y="1417507"/>
                </a:lnTo>
                <a:lnTo>
                  <a:pt x="1026065" y="1366707"/>
                </a:lnTo>
                <a:lnTo>
                  <a:pt x="993224" y="1328607"/>
                </a:lnTo>
                <a:lnTo>
                  <a:pt x="960666" y="1303207"/>
                </a:lnTo>
                <a:lnTo>
                  <a:pt x="928394" y="1265107"/>
                </a:lnTo>
                <a:lnTo>
                  <a:pt x="896409" y="1239707"/>
                </a:lnTo>
                <a:lnTo>
                  <a:pt x="864715" y="1201607"/>
                </a:lnTo>
                <a:lnTo>
                  <a:pt x="833314" y="1176207"/>
                </a:lnTo>
                <a:lnTo>
                  <a:pt x="802208" y="1138107"/>
                </a:lnTo>
                <a:lnTo>
                  <a:pt x="771399" y="1112707"/>
                </a:lnTo>
                <a:lnTo>
                  <a:pt x="740891" y="1074607"/>
                </a:lnTo>
                <a:lnTo>
                  <a:pt x="710684" y="1036507"/>
                </a:lnTo>
                <a:lnTo>
                  <a:pt x="680783" y="1011107"/>
                </a:lnTo>
                <a:lnTo>
                  <a:pt x="651188" y="973007"/>
                </a:lnTo>
                <a:lnTo>
                  <a:pt x="621903" y="934907"/>
                </a:lnTo>
                <a:lnTo>
                  <a:pt x="592929" y="909507"/>
                </a:lnTo>
                <a:lnTo>
                  <a:pt x="564270" y="871407"/>
                </a:lnTo>
                <a:lnTo>
                  <a:pt x="535928" y="833307"/>
                </a:lnTo>
                <a:lnTo>
                  <a:pt x="507904" y="795207"/>
                </a:lnTo>
                <a:lnTo>
                  <a:pt x="480202" y="769807"/>
                </a:lnTo>
                <a:lnTo>
                  <a:pt x="452824" y="731707"/>
                </a:lnTo>
                <a:lnTo>
                  <a:pt x="425771" y="693607"/>
                </a:lnTo>
                <a:lnTo>
                  <a:pt x="399048" y="655507"/>
                </a:lnTo>
                <a:lnTo>
                  <a:pt x="372655" y="617407"/>
                </a:lnTo>
                <a:lnTo>
                  <a:pt x="346596" y="579307"/>
                </a:lnTo>
                <a:lnTo>
                  <a:pt x="320872" y="541207"/>
                </a:lnTo>
                <a:lnTo>
                  <a:pt x="295487" y="503107"/>
                </a:lnTo>
                <a:lnTo>
                  <a:pt x="270442" y="465007"/>
                </a:lnTo>
                <a:lnTo>
                  <a:pt x="245740" y="426907"/>
                </a:lnTo>
                <a:lnTo>
                  <a:pt x="221383" y="388807"/>
                </a:lnTo>
                <a:lnTo>
                  <a:pt x="197374" y="350707"/>
                </a:lnTo>
                <a:lnTo>
                  <a:pt x="173715" y="312607"/>
                </a:lnTo>
                <a:lnTo>
                  <a:pt x="150409" y="274507"/>
                </a:lnTo>
                <a:lnTo>
                  <a:pt x="127457" y="236407"/>
                </a:lnTo>
                <a:lnTo>
                  <a:pt x="104862" y="198307"/>
                </a:lnTo>
                <a:lnTo>
                  <a:pt x="82627" y="147507"/>
                </a:lnTo>
                <a:lnTo>
                  <a:pt x="60755" y="109407"/>
                </a:lnTo>
                <a:lnTo>
                  <a:pt x="39246" y="71307"/>
                </a:lnTo>
                <a:lnTo>
                  <a:pt x="18105" y="33207"/>
                </a:lnTo>
                <a:lnTo>
                  <a:pt x="0" y="0"/>
                </a:lnTo>
                <a:lnTo>
                  <a:pt x="7772310" y="0"/>
                </a:lnTo>
                <a:lnTo>
                  <a:pt x="7754205" y="33207"/>
                </a:lnTo>
                <a:lnTo>
                  <a:pt x="7733063" y="71307"/>
                </a:lnTo>
                <a:lnTo>
                  <a:pt x="7711555" y="109407"/>
                </a:lnTo>
                <a:lnTo>
                  <a:pt x="7689682" y="147507"/>
                </a:lnTo>
                <a:lnTo>
                  <a:pt x="7667447" y="198307"/>
                </a:lnTo>
                <a:lnTo>
                  <a:pt x="7644852" y="236407"/>
                </a:lnTo>
                <a:lnTo>
                  <a:pt x="7621901" y="274507"/>
                </a:lnTo>
                <a:lnTo>
                  <a:pt x="7598594" y="312607"/>
                </a:lnTo>
                <a:lnTo>
                  <a:pt x="7574935" y="350707"/>
                </a:lnTo>
                <a:lnTo>
                  <a:pt x="7550926" y="388807"/>
                </a:lnTo>
                <a:lnTo>
                  <a:pt x="7526569" y="426907"/>
                </a:lnTo>
                <a:lnTo>
                  <a:pt x="7501867" y="465007"/>
                </a:lnTo>
                <a:lnTo>
                  <a:pt x="7476822" y="503107"/>
                </a:lnTo>
                <a:lnTo>
                  <a:pt x="7451437" y="541207"/>
                </a:lnTo>
                <a:lnTo>
                  <a:pt x="7425713" y="579307"/>
                </a:lnTo>
                <a:lnTo>
                  <a:pt x="7399654" y="617407"/>
                </a:lnTo>
                <a:lnTo>
                  <a:pt x="7373261" y="655507"/>
                </a:lnTo>
                <a:lnTo>
                  <a:pt x="7346538" y="693607"/>
                </a:lnTo>
                <a:lnTo>
                  <a:pt x="7319486" y="731707"/>
                </a:lnTo>
                <a:lnTo>
                  <a:pt x="7292107" y="769807"/>
                </a:lnTo>
                <a:lnTo>
                  <a:pt x="7264405" y="795207"/>
                </a:lnTo>
                <a:lnTo>
                  <a:pt x="7236382" y="833307"/>
                </a:lnTo>
                <a:lnTo>
                  <a:pt x="7208039" y="871407"/>
                </a:lnTo>
                <a:lnTo>
                  <a:pt x="7179380" y="909507"/>
                </a:lnTo>
                <a:lnTo>
                  <a:pt x="7150407" y="934907"/>
                </a:lnTo>
                <a:lnTo>
                  <a:pt x="7121121" y="973007"/>
                </a:lnTo>
                <a:lnTo>
                  <a:pt x="7091527" y="1011107"/>
                </a:lnTo>
                <a:lnTo>
                  <a:pt x="7061625" y="1036507"/>
                </a:lnTo>
                <a:lnTo>
                  <a:pt x="7031418" y="1074607"/>
                </a:lnTo>
                <a:lnTo>
                  <a:pt x="7000910" y="1112707"/>
                </a:lnTo>
                <a:lnTo>
                  <a:pt x="6970101" y="1138107"/>
                </a:lnTo>
                <a:lnTo>
                  <a:pt x="6938995" y="1176207"/>
                </a:lnTo>
                <a:lnTo>
                  <a:pt x="6907594" y="1201607"/>
                </a:lnTo>
                <a:lnTo>
                  <a:pt x="6875900" y="1239707"/>
                </a:lnTo>
                <a:lnTo>
                  <a:pt x="6843916" y="1265107"/>
                </a:lnTo>
                <a:lnTo>
                  <a:pt x="6811643" y="1303207"/>
                </a:lnTo>
                <a:lnTo>
                  <a:pt x="6779085" y="1328607"/>
                </a:lnTo>
                <a:lnTo>
                  <a:pt x="6746244" y="1366707"/>
                </a:lnTo>
                <a:lnTo>
                  <a:pt x="6679722" y="1417507"/>
                </a:lnTo>
                <a:lnTo>
                  <a:pt x="6646046" y="1455607"/>
                </a:lnTo>
                <a:lnTo>
                  <a:pt x="6612096" y="1481007"/>
                </a:lnTo>
                <a:lnTo>
                  <a:pt x="6508629" y="1557207"/>
                </a:lnTo>
                <a:lnTo>
                  <a:pt x="6473609" y="1595307"/>
                </a:lnTo>
                <a:lnTo>
                  <a:pt x="6366987" y="1671507"/>
                </a:lnTo>
                <a:lnTo>
                  <a:pt x="6221273" y="1773107"/>
                </a:lnTo>
                <a:lnTo>
                  <a:pt x="6071639" y="1874707"/>
                </a:lnTo>
                <a:lnTo>
                  <a:pt x="6033636" y="1887407"/>
                </a:lnTo>
                <a:lnTo>
                  <a:pt x="5918239" y="1963607"/>
                </a:lnTo>
                <a:lnTo>
                  <a:pt x="5879319" y="1976307"/>
                </a:lnTo>
                <a:lnTo>
                  <a:pt x="5800810" y="2027107"/>
                </a:lnTo>
                <a:lnTo>
                  <a:pt x="5761226" y="2039807"/>
                </a:lnTo>
                <a:lnTo>
                  <a:pt x="5721426" y="2065207"/>
                </a:lnTo>
                <a:lnTo>
                  <a:pt x="5681412" y="2077907"/>
                </a:lnTo>
                <a:lnTo>
                  <a:pt x="5641186" y="2103307"/>
                </a:lnTo>
                <a:lnTo>
                  <a:pt x="5600752" y="2116007"/>
                </a:lnTo>
                <a:lnTo>
                  <a:pt x="5560110" y="2141407"/>
                </a:lnTo>
                <a:lnTo>
                  <a:pt x="5478217" y="2166807"/>
                </a:lnTo>
                <a:lnTo>
                  <a:pt x="5436970" y="2192207"/>
                </a:lnTo>
                <a:lnTo>
                  <a:pt x="5353887" y="2217607"/>
                </a:lnTo>
                <a:lnTo>
                  <a:pt x="5312055" y="2243007"/>
                </a:lnTo>
                <a:lnTo>
                  <a:pt x="4795939" y="2395407"/>
                </a:lnTo>
                <a:close/>
              </a:path>
              <a:path w="7772400" h="2472690">
                <a:moveTo>
                  <a:pt x="4663119" y="2420807"/>
                </a:moveTo>
                <a:lnTo>
                  <a:pt x="3109191" y="2420807"/>
                </a:lnTo>
                <a:lnTo>
                  <a:pt x="3020485" y="2395407"/>
                </a:lnTo>
                <a:lnTo>
                  <a:pt x="4751824" y="2395407"/>
                </a:lnTo>
                <a:lnTo>
                  <a:pt x="4663119" y="2420807"/>
                </a:lnTo>
                <a:close/>
              </a:path>
              <a:path w="7772400" h="2472690">
                <a:moveTo>
                  <a:pt x="4528911" y="2446207"/>
                </a:moveTo>
                <a:lnTo>
                  <a:pt x="3243399" y="2446207"/>
                </a:lnTo>
                <a:lnTo>
                  <a:pt x="3153776" y="2420807"/>
                </a:lnTo>
                <a:lnTo>
                  <a:pt x="4618534" y="2420807"/>
                </a:lnTo>
                <a:lnTo>
                  <a:pt x="4528911" y="2446207"/>
                </a:lnTo>
                <a:close/>
              </a:path>
              <a:path w="7772400" h="2472690">
                <a:moveTo>
                  <a:pt x="4438700" y="2458907"/>
                </a:moveTo>
                <a:lnTo>
                  <a:pt x="3333610" y="2458907"/>
                </a:lnTo>
                <a:lnTo>
                  <a:pt x="3288432" y="2446207"/>
                </a:lnTo>
                <a:lnTo>
                  <a:pt x="4483877" y="2446207"/>
                </a:lnTo>
                <a:lnTo>
                  <a:pt x="4438700" y="2458907"/>
                </a:lnTo>
                <a:close/>
              </a:path>
              <a:path w="7772400" h="2472690">
                <a:moveTo>
                  <a:pt x="4302322" y="2471607"/>
                </a:moveTo>
                <a:lnTo>
                  <a:pt x="3469987" y="2471607"/>
                </a:lnTo>
                <a:lnTo>
                  <a:pt x="3424390" y="2458907"/>
                </a:lnTo>
                <a:lnTo>
                  <a:pt x="4347920" y="2458907"/>
                </a:lnTo>
                <a:lnTo>
                  <a:pt x="4302322" y="2471607"/>
                </a:lnTo>
                <a:close/>
              </a:path>
              <a:path w="7772400" h="2472690">
                <a:moveTo>
                  <a:pt x="4252770" y="2472665"/>
                </a:moveTo>
                <a:lnTo>
                  <a:pt x="3519539" y="2472665"/>
                </a:lnTo>
                <a:lnTo>
                  <a:pt x="3515719" y="2471607"/>
                </a:lnTo>
                <a:lnTo>
                  <a:pt x="4256590" y="2471607"/>
                </a:lnTo>
                <a:lnTo>
                  <a:pt x="4252770" y="2472665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579" y="1210292"/>
            <a:ext cx="70307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Jordan</a:t>
            </a:r>
            <a:r>
              <a:rPr spc="295" dirty="0"/>
              <a:t> </a:t>
            </a:r>
            <a:r>
              <a:rPr dirty="0"/>
              <a:t>Rapid</a:t>
            </a:r>
            <a:r>
              <a:rPr spc="300" dirty="0"/>
              <a:t> </a:t>
            </a:r>
            <a:r>
              <a:rPr spc="70" dirty="0"/>
              <a:t>Bus</a:t>
            </a:r>
            <a:r>
              <a:rPr spc="300" dirty="0"/>
              <a:t> </a:t>
            </a:r>
            <a:r>
              <a:rPr spc="95" dirty="0"/>
              <a:t>System</a:t>
            </a:r>
            <a:r>
              <a:rPr spc="300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579" y="2151286"/>
            <a:ext cx="17353280" cy="48260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300" spc="-200" dirty="0">
                <a:solidFill>
                  <a:srgbClr val="B37D8F"/>
                </a:solidFill>
                <a:latin typeface="Arial Black"/>
                <a:cs typeface="Arial Black"/>
              </a:rPr>
              <a:t>Bus</a:t>
            </a:r>
            <a:r>
              <a:rPr sz="23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15" dirty="0">
                <a:solidFill>
                  <a:srgbClr val="B37D8F"/>
                </a:solidFill>
                <a:latin typeface="Arial Black"/>
                <a:cs typeface="Arial Black"/>
              </a:rPr>
              <a:t>Factory</a:t>
            </a: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300" spc="-165" dirty="0">
                <a:latin typeface="Arial Black"/>
                <a:cs typeface="Arial Black"/>
              </a:rPr>
              <a:t>Responsible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75" dirty="0">
                <a:latin typeface="Arial Black"/>
                <a:cs typeface="Arial Black"/>
              </a:rPr>
              <a:t>for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dynamically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creating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buses </a:t>
            </a:r>
            <a:r>
              <a:rPr sz="2300" spc="-200" dirty="0">
                <a:latin typeface="Arial Black"/>
                <a:cs typeface="Arial Black"/>
              </a:rPr>
              <a:t>when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needed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35" dirty="0">
                <a:latin typeface="Arial Black"/>
                <a:cs typeface="Arial Black"/>
              </a:rPr>
              <a:t>handle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increased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0" dirty="0">
                <a:latin typeface="Arial Black"/>
                <a:cs typeface="Arial Black"/>
              </a:rPr>
              <a:t>demand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10" dirty="0">
                <a:latin typeface="Arial Black"/>
                <a:cs typeface="Arial Black"/>
              </a:rPr>
              <a:t>on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route.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300" spc="-145" dirty="0">
                <a:solidFill>
                  <a:srgbClr val="B37D8F"/>
                </a:solidFill>
                <a:latin typeface="Arial Black"/>
                <a:cs typeface="Arial Black"/>
              </a:rPr>
              <a:t>Observer</a:t>
            </a:r>
            <a:r>
              <a:rPr sz="2300" spc="-15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25" dirty="0">
                <a:solidFill>
                  <a:srgbClr val="B37D8F"/>
                </a:solidFill>
                <a:latin typeface="Arial Black"/>
                <a:cs typeface="Arial Black"/>
              </a:rPr>
              <a:t>Manager</a:t>
            </a: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300" spc="-160" dirty="0">
                <a:latin typeface="Arial Black"/>
                <a:cs typeface="Arial Black"/>
              </a:rPr>
              <a:t>Handles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updating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65" dirty="0">
                <a:latin typeface="Arial Black"/>
                <a:cs typeface="Arial Black"/>
              </a:rPr>
              <a:t>stops,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user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65" dirty="0">
                <a:latin typeface="Arial Black"/>
                <a:cs typeface="Arial Black"/>
              </a:rPr>
              <a:t>apps,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and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notifications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in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10" dirty="0">
                <a:latin typeface="Arial Black"/>
                <a:cs typeface="Arial Black"/>
              </a:rPr>
              <a:t>real-</a:t>
            </a:r>
            <a:r>
              <a:rPr sz="2300" spc="-145" dirty="0">
                <a:latin typeface="Arial Black"/>
                <a:cs typeface="Arial Black"/>
              </a:rPr>
              <a:t>time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200" dirty="0">
                <a:latin typeface="Arial Black"/>
                <a:cs typeface="Arial Black"/>
              </a:rPr>
              <a:t>when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the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85" dirty="0">
                <a:latin typeface="Arial Black"/>
                <a:cs typeface="Arial Black"/>
              </a:rPr>
              <a:t>status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215" dirty="0">
                <a:latin typeface="Arial Black"/>
                <a:cs typeface="Arial Black"/>
              </a:rPr>
              <a:t>changes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(e.g.,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65" dirty="0">
                <a:latin typeface="Arial Black"/>
                <a:cs typeface="Arial Black"/>
              </a:rPr>
              <a:t>delays,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arrivals).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300" spc="-155" dirty="0">
                <a:solidFill>
                  <a:srgbClr val="B37D8F"/>
                </a:solidFill>
                <a:latin typeface="Arial Black"/>
                <a:cs typeface="Arial Black"/>
              </a:rPr>
              <a:t>Command</a:t>
            </a:r>
            <a:r>
              <a:rPr sz="2300" spc="-18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10" dirty="0">
                <a:solidFill>
                  <a:srgbClr val="B37D8F"/>
                </a:solidFill>
                <a:latin typeface="Arial Black"/>
                <a:cs typeface="Arial Black"/>
              </a:rPr>
              <a:t>Handler</a:t>
            </a: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300" spc="-190" dirty="0">
                <a:latin typeface="Arial Black"/>
                <a:cs typeface="Arial Black"/>
              </a:rPr>
              <a:t>Encapsulates </a:t>
            </a:r>
            <a:r>
              <a:rPr sz="2300" spc="-170" dirty="0">
                <a:latin typeface="Arial Black"/>
                <a:cs typeface="Arial Black"/>
              </a:rPr>
              <a:t>user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commands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such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60" dirty="0">
                <a:latin typeface="Arial Black"/>
                <a:cs typeface="Arial Black"/>
              </a:rPr>
              <a:t>as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requesting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95" dirty="0">
                <a:latin typeface="Arial Black"/>
                <a:cs typeface="Arial Black"/>
              </a:rPr>
              <a:t>or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changing </a:t>
            </a:r>
            <a:r>
              <a:rPr sz="2300" spc="-130" dirty="0">
                <a:latin typeface="Arial Black"/>
                <a:cs typeface="Arial Black"/>
              </a:rPr>
              <a:t>the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route,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with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14" dirty="0">
                <a:latin typeface="Arial Black"/>
                <a:cs typeface="Arial Black"/>
              </a:rPr>
              <a:t>support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75" dirty="0">
                <a:latin typeface="Arial Black"/>
                <a:cs typeface="Arial Black"/>
              </a:rPr>
              <a:t>for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undo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operations.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300" spc="-229" dirty="0">
                <a:solidFill>
                  <a:srgbClr val="B37D8F"/>
                </a:solidFill>
                <a:latin typeface="Arial Black"/>
                <a:cs typeface="Arial Black"/>
              </a:rPr>
              <a:t>Facade</a:t>
            </a:r>
            <a:r>
              <a:rPr sz="2300" spc="-17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10" dirty="0">
                <a:solidFill>
                  <a:srgbClr val="B37D8F"/>
                </a:solidFill>
                <a:latin typeface="Arial Black"/>
                <a:cs typeface="Arial Black"/>
              </a:rPr>
              <a:t>Controller</a:t>
            </a:r>
            <a:endParaRPr sz="2300">
              <a:latin typeface="Arial Black"/>
              <a:cs typeface="Arial Black"/>
            </a:endParaRPr>
          </a:p>
          <a:p>
            <a:pPr marL="12700" marR="5080">
              <a:lnSpc>
                <a:spcPct val="114100"/>
              </a:lnSpc>
            </a:pPr>
            <a:r>
              <a:rPr sz="2300" spc="-145" dirty="0">
                <a:latin typeface="Arial Black"/>
                <a:cs typeface="Arial Black"/>
              </a:rPr>
              <a:t>Simplifies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25" dirty="0">
                <a:latin typeface="Arial Black"/>
                <a:cs typeface="Arial Black"/>
              </a:rPr>
              <a:t>control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over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14" dirty="0">
                <a:latin typeface="Arial Black"/>
                <a:cs typeface="Arial Black"/>
              </a:rPr>
              <a:t>multiple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subsystems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like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60" dirty="0">
                <a:latin typeface="Arial Black"/>
                <a:cs typeface="Arial Black"/>
              </a:rPr>
              <a:t>scheduling,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ticketing, </a:t>
            </a:r>
            <a:r>
              <a:rPr sz="2300" spc="-145" dirty="0">
                <a:latin typeface="Arial Black"/>
                <a:cs typeface="Arial Black"/>
              </a:rPr>
              <a:t>and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route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85" dirty="0">
                <a:latin typeface="Arial Black"/>
                <a:cs typeface="Arial Black"/>
              </a:rPr>
              <a:t>management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through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70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single </a:t>
            </a:r>
            <a:r>
              <a:rPr sz="2300" spc="-10" dirty="0">
                <a:latin typeface="Arial Black"/>
                <a:cs typeface="Arial Black"/>
              </a:rPr>
              <a:t>unified </a:t>
            </a:r>
            <a:r>
              <a:rPr sz="2300" spc="-40" dirty="0">
                <a:latin typeface="Arial Black"/>
                <a:cs typeface="Arial Black"/>
              </a:rPr>
              <a:t>interface</a:t>
            </a:r>
            <a:endParaRPr sz="23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81955" y="7217435"/>
            <a:ext cx="8255634" cy="3069590"/>
          </a:xfrm>
          <a:custGeom>
            <a:avLst/>
            <a:gdLst/>
            <a:ahLst/>
            <a:cxnLst/>
            <a:rect l="l" t="t" r="r" b="b"/>
            <a:pathLst>
              <a:path w="8255634" h="3069590">
                <a:moveTo>
                  <a:pt x="4360206" y="12699"/>
                </a:moveTo>
                <a:lnTo>
                  <a:pt x="3895303" y="12699"/>
                </a:lnTo>
                <a:lnTo>
                  <a:pt x="3941552" y="0"/>
                </a:lnTo>
                <a:lnTo>
                  <a:pt x="4313957" y="0"/>
                </a:lnTo>
                <a:lnTo>
                  <a:pt x="4360206" y="12699"/>
                </a:lnTo>
                <a:close/>
              </a:path>
              <a:path w="8255634" h="3069590">
                <a:moveTo>
                  <a:pt x="4543922" y="25399"/>
                </a:moveTo>
                <a:lnTo>
                  <a:pt x="3711587" y="25399"/>
                </a:lnTo>
                <a:lnTo>
                  <a:pt x="3757319" y="12699"/>
                </a:lnTo>
                <a:lnTo>
                  <a:pt x="4498189" y="12699"/>
                </a:lnTo>
                <a:lnTo>
                  <a:pt x="4543922" y="25399"/>
                </a:lnTo>
                <a:close/>
              </a:path>
              <a:path w="8255634" h="3069590">
                <a:moveTo>
                  <a:pt x="4634979" y="38099"/>
                </a:moveTo>
                <a:lnTo>
                  <a:pt x="3620530" y="38099"/>
                </a:lnTo>
                <a:lnTo>
                  <a:pt x="3665989" y="25399"/>
                </a:lnTo>
                <a:lnTo>
                  <a:pt x="4589519" y="25399"/>
                </a:lnTo>
                <a:lnTo>
                  <a:pt x="4634979" y="38099"/>
                </a:lnTo>
                <a:close/>
              </a:path>
              <a:path w="8255634" h="3069590">
                <a:moveTo>
                  <a:pt x="4725477" y="50799"/>
                </a:moveTo>
                <a:lnTo>
                  <a:pt x="3530032" y="50799"/>
                </a:lnTo>
                <a:lnTo>
                  <a:pt x="3575209" y="38099"/>
                </a:lnTo>
                <a:lnTo>
                  <a:pt x="4680299" y="38099"/>
                </a:lnTo>
                <a:lnTo>
                  <a:pt x="4725477" y="50799"/>
                </a:lnTo>
                <a:close/>
              </a:path>
              <a:path w="8255634" h="3069590">
                <a:moveTo>
                  <a:pt x="4815397" y="63499"/>
                </a:moveTo>
                <a:lnTo>
                  <a:pt x="3440112" y="63499"/>
                </a:lnTo>
                <a:lnTo>
                  <a:pt x="3484998" y="50799"/>
                </a:lnTo>
                <a:lnTo>
                  <a:pt x="4770510" y="50799"/>
                </a:lnTo>
                <a:lnTo>
                  <a:pt x="4815397" y="63499"/>
                </a:lnTo>
                <a:close/>
              </a:path>
              <a:path w="8255634" h="3069590">
                <a:moveTo>
                  <a:pt x="4949149" y="88899"/>
                </a:moveTo>
                <a:lnTo>
                  <a:pt x="3306360" y="88899"/>
                </a:lnTo>
                <a:lnTo>
                  <a:pt x="3395375" y="63499"/>
                </a:lnTo>
                <a:lnTo>
                  <a:pt x="4860133" y="63499"/>
                </a:lnTo>
                <a:lnTo>
                  <a:pt x="4949149" y="88899"/>
                </a:lnTo>
                <a:close/>
              </a:path>
              <a:path w="8255634" h="3069590">
                <a:moveTo>
                  <a:pt x="5168907" y="139699"/>
                </a:moveTo>
                <a:lnTo>
                  <a:pt x="3086602" y="139699"/>
                </a:lnTo>
                <a:lnTo>
                  <a:pt x="3262085" y="88899"/>
                </a:lnTo>
                <a:lnTo>
                  <a:pt x="4993423" y="88899"/>
                </a:lnTo>
                <a:lnTo>
                  <a:pt x="5168907" y="139699"/>
                </a:lnTo>
                <a:close/>
              </a:path>
              <a:path w="8255634" h="3069590">
                <a:moveTo>
                  <a:pt x="8255509" y="3069564"/>
                </a:moveTo>
                <a:lnTo>
                  <a:pt x="0" y="3069564"/>
                </a:lnTo>
                <a:lnTo>
                  <a:pt x="3572" y="3060699"/>
                </a:lnTo>
                <a:lnTo>
                  <a:pt x="19327" y="3009899"/>
                </a:lnTo>
                <a:lnTo>
                  <a:pt x="35483" y="2971799"/>
                </a:lnTo>
                <a:lnTo>
                  <a:pt x="52037" y="2933699"/>
                </a:lnTo>
                <a:lnTo>
                  <a:pt x="68987" y="2882899"/>
                </a:lnTo>
                <a:lnTo>
                  <a:pt x="86329" y="2844799"/>
                </a:lnTo>
                <a:lnTo>
                  <a:pt x="104062" y="2793999"/>
                </a:lnTo>
                <a:lnTo>
                  <a:pt x="122183" y="2755899"/>
                </a:lnTo>
                <a:lnTo>
                  <a:pt x="140691" y="2717799"/>
                </a:lnTo>
                <a:lnTo>
                  <a:pt x="159582" y="2666999"/>
                </a:lnTo>
                <a:lnTo>
                  <a:pt x="178853" y="2628899"/>
                </a:lnTo>
                <a:lnTo>
                  <a:pt x="198504" y="2590799"/>
                </a:lnTo>
                <a:lnTo>
                  <a:pt x="218531" y="2539999"/>
                </a:lnTo>
                <a:lnTo>
                  <a:pt x="238932" y="2501899"/>
                </a:lnTo>
                <a:lnTo>
                  <a:pt x="259704" y="2463799"/>
                </a:lnTo>
                <a:lnTo>
                  <a:pt x="280846" y="2425699"/>
                </a:lnTo>
                <a:lnTo>
                  <a:pt x="302355" y="2374899"/>
                </a:lnTo>
                <a:lnTo>
                  <a:pt x="324227" y="2336799"/>
                </a:lnTo>
                <a:lnTo>
                  <a:pt x="346462" y="2298699"/>
                </a:lnTo>
                <a:lnTo>
                  <a:pt x="369057" y="2260599"/>
                </a:lnTo>
                <a:lnTo>
                  <a:pt x="392008" y="2222499"/>
                </a:lnTo>
                <a:lnTo>
                  <a:pt x="415315" y="2184399"/>
                </a:lnTo>
                <a:lnTo>
                  <a:pt x="438974" y="2146299"/>
                </a:lnTo>
                <a:lnTo>
                  <a:pt x="462983" y="2108199"/>
                </a:lnTo>
                <a:lnTo>
                  <a:pt x="487340" y="2057399"/>
                </a:lnTo>
                <a:lnTo>
                  <a:pt x="512042" y="2019299"/>
                </a:lnTo>
                <a:lnTo>
                  <a:pt x="537087" y="1981199"/>
                </a:lnTo>
                <a:lnTo>
                  <a:pt x="562472" y="1943099"/>
                </a:lnTo>
                <a:lnTo>
                  <a:pt x="588196" y="1917699"/>
                </a:lnTo>
                <a:lnTo>
                  <a:pt x="614255" y="1879599"/>
                </a:lnTo>
                <a:lnTo>
                  <a:pt x="640648" y="1841499"/>
                </a:lnTo>
                <a:lnTo>
                  <a:pt x="667371" y="1803399"/>
                </a:lnTo>
                <a:lnTo>
                  <a:pt x="694424" y="1765299"/>
                </a:lnTo>
                <a:lnTo>
                  <a:pt x="721802" y="1727199"/>
                </a:lnTo>
                <a:lnTo>
                  <a:pt x="749504" y="1689099"/>
                </a:lnTo>
                <a:lnTo>
                  <a:pt x="777527" y="1650999"/>
                </a:lnTo>
                <a:lnTo>
                  <a:pt x="805870" y="1625599"/>
                </a:lnTo>
                <a:lnTo>
                  <a:pt x="834529" y="1587499"/>
                </a:lnTo>
                <a:lnTo>
                  <a:pt x="863503" y="1549399"/>
                </a:lnTo>
                <a:lnTo>
                  <a:pt x="892788" y="1523999"/>
                </a:lnTo>
                <a:lnTo>
                  <a:pt x="922382" y="1485899"/>
                </a:lnTo>
                <a:lnTo>
                  <a:pt x="952284" y="1447799"/>
                </a:lnTo>
                <a:lnTo>
                  <a:pt x="982491" y="1422399"/>
                </a:lnTo>
                <a:lnTo>
                  <a:pt x="1012999" y="1384299"/>
                </a:lnTo>
                <a:lnTo>
                  <a:pt x="1043808" y="1346199"/>
                </a:lnTo>
                <a:lnTo>
                  <a:pt x="1074914" y="1320799"/>
                </a:lnTo>
                <a:lnTo>
                  <a:pt x="1106315" y="1282699"/>
                </a:lnTo>
                <a:lnTo>
                  <a:pt x="1138009" y="1257299"/>
                </a:lnTo>
                <a:lnTo>
                  <a:pt x="1169994" y="1219199"/>
                </a:lnTo>
                <a:lnTo>
                  <a:pt x="1234824" y="1168399"/>
                </a:lnTo>
                <a:lnTo>
                  <a:pt x="1267665" y="1130299"/>
                </a:lnTo>
                <a:lnTo>
                  <a:pt x="1300786" y="1104899"/>
                </a:lnTo>
                <a:lnTo>
                  <a:pt x="1334187" y="1066799"/>
                </a:lnTo>
                <a:lnTo>
                  <a:pt x="1436034" y="990599"/>
                </a:lnTo>
                <a:lnTo>
                  <a:pt x="1470524" y="952499"/>
                </a:lnTo>
                <a:lnTo>
                  <a:pt x="1575582" y="876299"/>
                </a:lnTo>
                <a:lnTo>
                  <a:pt x="1719280" y="774699"/>
                </a:lnTo>
                <a:lnTo>
                  <a:pt x="1866973" y="673099"/>
                </a:lnTo>
                <a:lnTo>
                  <a:pt x="2018509" y="571499"/>
                </a:lnTo>
                <a:lnTo>
                  <a:pt x="2056975" y="558799"/>
                </a:lnTo>
                <a:lnTo>
                  <a:pt x="2134590" y="507999"/>
                </a:lnTo>
                <a:lnTo>
                  <a:pt x="2173734" y="495299"/>
                </a:lnTo>
                <a:lnTo>
                  <a:pt x="2252683" y="444499"/>
                </a:lnTo>
                <a:lnTo>
                  <a:pt x="2292483" y="431799"/>
                </a:lnTo>
                <a:lnTo>
                  <a:pt x="2332497" y="406399"/>
                </a:lnTo>
                <a:lnTo>
                  <a:pt x="2372723" y="393699"/>
                </a:lnTo>
                <a:lnTo>
                  <a:pt x="2413157" y="368299"/>
                </a:lnTo>
                <a:lnTo>
                  <a:pt x="2494644" y="342899"/>
                </a:lnTo>
                <a:lnTo>
                  <a:pt x="2535692" y="317499"/>
                </a:lnTo>
                <a:lnTo>
                  <a:pt x="2618383" y="292099"/>
                </a:lnTo>
                <a:lnTo>
                  <a:pt x="2660023" y="266699"/>
                </a:lnTo>
                <a:lnTo>
                  <a:pt x="2828479" y="215899"/>
                </a:lnTo>
                <a:lnTo>
                  <a:pt x="2871056" y="190499"/>
                </a:lnTo>
                <a:lnTo>
                  <a:pt x="3043146" y="139699"/>
                </a:lnTo>
                <a:lnTo>
                  <a:pt x="5212363" y="139699"/>
                </a:lnTo>
                <a:lnTo>
                  <a:pt x="5384452" y="190499"/>
                </a:lnTo>
                <a:lnTo>
                  <a:pt x="5427030" y="215899"/>
                </a:lnTo>
                <a:lnTo>
                  <a:pt x="5595486" y="266699"/>
                </a:lnTo>
                <a:lnTo>
                  <a:pt x="5637125" y="292099"/>
                </a:lnTo>
                <a:lnTo>
                  <a:pt x="5719817" y="317499"/>
                </a:lnTo>
                <a:lnTo>
                  <a:pt x="5760864" y="342899"/>
                </a:lnTo>
                <a:lnTo>
                  <a:pt x="5842351" y="368299"/>
                </a:lnTo>
                <a:lnTo>
                  <a:pt x="5882786" y="393699"/>
                </a:lnTo>
                <a:lnTo>
                  <a:pt x="5923011" y="406399"/>
                </a:lnTo>
                <a:lnTo>
                  <a:pt x="5963025" y="431799"/>
                </a:lnTo>
                <a:lnTo>
                  <a:pt x="6002825" y="444499"/>
                </a:lnTo>
                <a:lnTo>
                  <a:pt x="6081774" y="495299"/>
                </a:lnTo>
                <a:lnTo>
                  <a:pt x="6120918" y="507999"/>
                </a:lnTo>
                <a:lnTo>
                  <a:pt x="6198534" y="558799"/>
                </a:lnTo>
                <a:lnTo>
                  <a:pt x="6237000" y="571499"/>
                </a:lnTo>
                <a:lnTo>
                  <a:pt x="6388536" y="673099"/>
                </a:lnTo>
                <a:lnTo>
                  <a:pt x="6536229" y="774699"/>
                </a:lnTo>
                <a:lnTo>
                  <a:pt x="6679926" y="876299"/>
                </a:lnTo>
                <a:lnTo>
                  <a:pt x="6784985" y="952499"/>
                </a:lnTo>
                <a:lnTo>
                  <a:pt x="6819475" y="990599"/>
                </a:lnTo>
                <a:lnTo>
                  <a:pt x="6921322" y="1066799"/>
                </a:lnTo>
                <a:lnTo>
                  <a:pt x="6954722" y="1104899"/>
                </a:lnTo>
                <a:lnTo>
                  <a:pt x="6987844" y="1130299"/>
                </a:lnTo>
                <a:lnTo>
                  <a:pt x="7020685" y="1168399"/>
                </a:lnTo>
                <a:lnTo>
                  <a:pt x="7085515" y="1219199"/>
                </a:lnTo>
                <a:lnTo>
                  <a:pt x="7117500" y="1257299"/>
                </a:lnTo>
                <a:lnTo>
                  <a:pt x="7149193" y="1282699"/>
                </a:lnTo>
                <a:lnTo>
                  <a:pt x="7180595" y="1320799"/>
                </a:lnTo>
                <a:lnTo>
                  <a:pt x="7211701" y="1346199"/>
                </a:lnTo>
                <a:lnTo>
                  <a:pt x="7242509" y="1384299"/>
                </a:lnTo>
                <a:lnTo>
                  <a:pt x="7273018" y="1422399"/>
                </a:lnTo>
                <a:lnTo>
                  <a:pt x="7303225" y="1447799"/>
                </a:lnTo>
                <a:lnTo>
                  <a:pt x="7333126" y="1485899"/>
                </a:lnTo>
                <a:lnTo>
                  <a:pt x="7362721" y="1523999"/>
                </a:lnTo>
                <a:lnTo>
                  <a:pt x="7392006" y="1549399"/>
                </a:lnTo>
                <a:lnTo>
                  <a:pt x="7420980" y="1587499"/>
                </a:lnTo>
                <a:lnTo>
                  <a:pt x="7449639" y="1625599"/>
                </a:lnTo>
                <a:lnTo>
                  <a:pt x="7477981" y="1650999"/>
                </a:lnTo>
                <a:lnTo>
                  <a:pt x="7506005" y="1689099"/>
                </a:lnTo>
                <a:lnTo>
                  <a:pt x="7533707" y="1727199"/>
                </a:lnTo>
                <a:lnTo>
                  <a:pt x="7561085" y="1765299"/>
                </a:lnTo>
                <a:lnTo>
                  <a:pt x="7588137" y="1803399"/>
                </a:lnTo>
                <a:lnTo>
                  <a:pt x="7614861" y="1841499"/>
                </a:lnTo>
                <a:lnTo>
                  <a:pt x="7641254" y="1879599"/>
                </a:lnTo>
                <a:lnTo>
                  <a:pt x="7667313" y="1917699"/>
                </a:lnTo>
                <a:lnTo>
                  <a:pt x="7693037" y="1943099"/>
                </a:lnTo>
                <a:lnTo>
                  <a:pt x="7718422" y="1981199"/>
                </a:lnTo>
                <a:lnTo>
                  <a:pt x="7743467" y="2019299"/>
                </a:lnTo>
                <a:lnTo>
                  <a:pt x="7768169" y="2057399"/>
                </a:lnTo>
                <a:lnTo>
                  <a:pt x="7792526" y="2108199"/>
                </a:lnTo>
                <a:lnTo>
                  <a:pt x="7816535" y="2146299"/>
                </a:lnTo>
                <a:lnTo>
                  <a:pt x="7840194" y="2184399"/>
                </a:lnTo>
                <a:lnTo>
                  <a:pt x="7863500" y="2222499"/>
                </a:lnTo>
                <a:lnTo>
                  <a:pt x="7886452" y="2260599"/>
                </a:lnTo>
                <a:lnTo>
                  <a:pt x="7909047" y="2298699"/>
                </a:lnTo>
                <a:lnTo>
                  <a:pt x="7931281" y="2336799"/>
                </a:lnTo>
                <a:lnTo>
                  <a:pt x="7953154" y="2374899"/>
                </a:lnTo>
                <a:lnTo>
                  <a:pt x="7974663" y="2425699"/>
                </a:lnTo>
                <a:lnTo>
                  <a:pt x="7995804" y="2463799"/>
                </a:lnTo>
                <a:lnTo>
                  <a:pt x="8016577" y="2501899"/>
                </a:lnTo>
                <a:lnTo>
                  <a:pt x="8036978" y="2539999"/>
                </a:lnTo>
                <a:lnTo>
                  <a:pt x="8057005" y="2590799"/>
                </a:lnTo>
                <a:lnTo>
                  <a:pt x="8076655" y="2628899"/>
                </a:lnTo>
                <a:lnTo>
                  <a:pt x="8095927" y="2666999"/>
                </a:lnTo>
                <a:lnTo>
                  <a:pt x="8114818" y="2717799"/>
                </a:lnTo>
                <a:lnTo>
                  <a:pt x="8133325" y="2755899"/>
                </a:lnTo>
                <a:lnTo>
                  <a:pt x="8151447" y="2793999"/>
                </a:lnTo>
                <a:lnTo>
                  <a:pt x="8169180" y="2844799"/>
                </a:lnTo>
                <a:lnTo>
                  <a:pt x="8186522" y="2882899"/>
                </a:lnTo>
                <a:lnTo>
                  <a:pt x="8203472" y="2933699"/>
                </a:lnTo>
                <a:lnTo>
                  <a:pt x="8220025" y="2971799"/>
                </a:lnTo>
                <a:lnTo>
                  <a:pt x="8236181" y="3009899"/>
                </a:lnTo>
                <a:lnTo>
                  <a:pt x="8251937" y="3060699"/>
                </a:lnTo>
                <a:lnTo>
                  <a:pt x="8255509" y="3069564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Dynamic</a:t>
            </a:r>
            <a:r>
              <a:rPr spc="254" dirty="0"/>
              <a:t> </a:t>
            </a:r>
            <a:r>
              <a:rPr spc="45" dirty="0"/>
              <a:t>Creation</a:t>
            </a:r>
            <a:r>
              <a:rPr spc="260" dirty="0"/>
              <a:t> </a:t>
            </a:r>
            <a:r>
              <a:rPr spc="175" dirty="0"/>
              <a:t>&amp;</a:t>
            </a:r>
            <a:r>
              <a:rPr spc="254" dirty="0"/>
              <a:t> </a:t>
            </a:r>
            <a:r>
              <a:rPr dirty="0"/>
              <a:t>Control</a:t>
            </a:r>
            <a:r>
              <a:rPr spc="265" dirty="0"/>
              <a:t> </a:t>
            </a:r>
            <a:r>
              <a:rPr spc="70" dirty="0"/>
              <a:t>of</a:t>
            </a:r>
            <a:r>
              <a:rPr spc="260" dirty="0"/>
              <a:t> </a:t>
            </a:r>
            <a:r>
              <a:rPr dirty="0"/>
              <a:t>Buses</a:t>
            </a:r>
            <a:r>
              <a:rPr spc="260" dirty="0"/>
              <a:t> </a:t>
            </a:r>
            <a:r>
              <a:rPr spc="-40" dirty="0"/>
              <a:t>(Problem</a:t>
            </a:r>
            <a:r>
              <a:rPr spc="260" dirty="0"/>
              <a:t> </a:t>
            </a:r>
            <a:r>
              <a:rPr spc="-535" dirty="0"/>
              <a:t>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8094" y="1297737"/>
            <a:ext cx="16694785" cy="48260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300" spc="-60" dirty="0">
                <a:solidFill>
                  <a:srgbClr val="B37D8F"/>
                </a:solidFill>
                <a:latin typeface="Arial Black"/>
                <a:cs typeface="Arial Black"/>
              </a:rPr>
              <a:t>Scenario:</a:t>
            </a:r>
            <a:endParaRPr sz="2300">
              <a:latin typeface="Arial Black"/>
              <a:cs typeface="Arial Black"/>
            </a:endParaRPr>
          </a:p>
          <a:p>
            <a:pPr marL="12700" marR="491490">
              <a:lnSpc>
                <a:spcPct val="114100"/>
              </a:lnSpc>
            </a:pPr>
            <a:r>
              <a:rPr sz="2300" spc="-215" dirty="0">
                <a:latin typeface="Arial Black"/>
                <a:cs typeface="Arial Black"/>
              </a:rPr>
              <a:t>The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Jordan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60" dirty="0">
                <a:latin typeface="Arial Black"/>
                <a:cs typeface="Arial Black"/>
              </a:rPr>
              <a:t>Rapid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00" dirty="0">
                <a:latin typeface="Arial Black"/>
                <a:cs typeface="Arial Black"/>
              </a:rPr>
              <a:t>Bus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System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needs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dynamically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35" dirty="0">
                <a:latin typeface="Arial Black"/>
                <a:cs typeface="Arial Black"/>
              </a:rPr>
              <a:t>add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90" dirty="0">
                <a:latin typeface="Arial Black"/>
                <a:cs typeface="Arial Black"/>
              </a:rPr>
              <a:t> buses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routes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based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10" dirty="0">
                <a:latin typeface="Arial Black"/>
                <a:cs typeface="Arial Black"/>
              </a:rPr>
              <a:t>on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actual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0" dirty="0">
                <a:latin typeface="Arial Black"/>
                <a:cs typeface="Arial Black"/>
              </a:rPr>
              <a:t>demand.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15" dirty="0">
                <a:latin typeface="Arial Black"/>
                <a:cs typeface="Arial Black"/>
              </a:rPr>
              <a:t>The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system </a:t>
            </a:r>
            <a:r>
              <a:rPr sz="2300" spc="-150" dirty="0">
                <a:latin typeface="Arial Black"/>
                <a:cs typeface="Arial Black"/>
              </a:rPr>
              <a:t>requires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way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create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object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whenever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route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experiences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congestion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95" dirty="0">
                <a:latin typeface="Arial Black"/>
                <a:cs typeface="Arial Black"/>
              </a:rPr>
              <a:t>or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increased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passenger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0" dirty="0">
                <a:latin typeface="Arial Black"/>
                <a:cs typeface="Arial Black"/>
              </a:rPr>
              <a:t>load.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300" spc="-125" dirty="0">
                <a:solidFill>
                  <a:srgbClr val="B37D8F"/>
                </a:solidFill>
                <a:latin typeface="Arial Black"/>
                <a:cs typeface="Arial Black"/>
              </a:rPr>
              <a:t>Solution</a:t>
            </a:r>
            <a:r>
              <a:rPr sz="2300" spc="-18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170" dirty="0">
                <a:latin typeface="Arial Black"/>
                <a:cs typeface="Arial Black"/>
              </a:rPr>
              <a:t>–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Factory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10" dirty="0">
                <a:latin typeface="Arial Black"/>
                <a:cs typeface="Arial Black"/>
              </a:rPr>
              <a:t>Method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Pattern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(Creational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Design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Pattern):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-204" dirty="0">
                <a:latin typeface="Arial Black"/>
                <a:cs typeface="Arial Black"/>
              </a:rPr>
              <a:t>A</a:t>
            </a:r>
            <a:r>
              <a:rPr sz="2300" spc="-180" dirty="0">
                <a:latin typeface="Arial Black"/>
                <a:cs typeface="Arial Black"/>
              </a:rPr>
              <a:t> BusFactory </a:t>
            </a:r>
            <a:r>
              <a:rPr sz="2300" spc="-229" dirty="0">
                <a:latin typeface="Arial Black"/>
                <a:cs typeface="Arial Black"/>
              </a:rPr>
              <a:t>class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35" dirty="0">
                <a:latin typeface="Arial Black"/>
                <a:cs typeface="Arial Black"/>
              </a:rPr>
              <a:t>provides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createBus() </a:t>
            </a:r>
            <a:r>
              <a:rPr sz="2300" spc="-10" dirty="0">
                <a:latin typeface="Arial Black"/>
                <a:cs typeface="Arial Black"/>
              </a:rPr>
              <a:t>method.</a:t>
            </a:r>
            <a:endParaRPr sz="23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300" spc="-204" dirty="0">
                <a:latin typeface="Arial Black"/>
                <a:cs typeface="Arial Black"/>
              </a:rPr>
              <a:t>This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25" dirty="0">
                <a:latin typeface="Arial Black"/>
                <a:cs typeface="Arial Black"/>
              </a:rPr>
              <a:t>method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returns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00" dirty="0">
                <a:latin typeface="Arial Black"/>
                <a:cs typeface="Arial Black"/>
              </a:rPr>
              <a:t>Bus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instance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with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25" dirty="0">
                <a:latin typeface="Arial Black"/>
                <a:cs typeface="Arial Black"/>
              </a:rPr>
              <a:t>unique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number.</a:t>
            </a:r>
            <a:endParaRPr sz="2300">
              <a:latin typeface="Arial Black"/>
              <a:cs typeface="Arial Black"/>
            </a:endParaRPr>
          </a:p>
          <a:p>
            <a:pPr marL="12700" marR="5080">
              <a:lnSpc>
                <a:spcPct val="114100"/>
              </a:lnSpc>
              <a:spcBef>
                <a:spcPts val="3150"/>
              </a:spcBef>
            </a:pPr>
            <a:r>
              <a:rPr sz="2300" spc="-204" dirty="0">
                <a:latin typeface="Arial Black"/>
                <a:cs typeface="Arial Black"/>
              </a:rPr>
              <a:t>This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60" dirty="0">
                <a:latin typeface="Arial Black"/>
                <a:cs typeface="Arial Black"/>
              </a:rPr>
              <a:t>decouples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60" dirty="0">
                <a:latin typeface="Arial Black"/>
                <a:cs typeface="Arial Black"/>
              </a:rPr>
              <a:t>creation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from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route</a:t>
            </a:r>
            <a:r>
              <a:rPr sz="2300" spc="-185" dirty="0">
                <a:latin typeface="Arial Black"/>
                <a:cs typeface="Arial Black"/>
              </a:rPr>
              <a:t> management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code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and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allows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the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system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dynamically</a:t>
            </a:r>
            <a:r>
              <a:rPr sz="2300" spc="-180" dirty="0">
                <a:latin typeface="Arial Black"/>
                <a:cs typeface="Arial Black"/>
              </a:rPr>
              <a:t> </a:t>
            </a:r>
            <a:r>
              <a:rPr sz="2300" spc="-135" dirty="0">
                <a:latin typeface="Arial Black"/>
                <a:cs typeface="Arial Black"/>
              </a:rPr>
              <a:t>add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buses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40" dirty="0">
                <a:latin typeface="Arial Black"/>
                <a:cs typeface="Arial Black"/>
              </a:rPr>
              <a:t>whenever </a:t>
            </a:r>
            <a:r>
              <a:rPr sz="2300" spc="-10" dirty="0">
                <a:latin typeface="Arial Black"/>
                <a:cs typeface="Arial Black"/>
              </a:rPr>
              <a:t>needed.</a:t>
            </a:r>
            <a:endParaRPr sz="23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5184" y="6497506"/>
            <a:ext cx="3175514" cy="3254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32" y="2310383"/>
            <a:ext cx="10470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290" dirty="0"/>
              <a:t> </a:t>
            </a:r>
            <a:r>
              <a:rPr spc="70" dirty="0"/>
              <a:t>Case</a:t>
            </a:r>
            <a:r>
              <a:rPr spc="290" dirty="0"/>
              <a:t> </a:t>
            </a:r>
            <a:r>
              <a:rPr dirty="0"/>
              <a:t>Scenario</a:t>
            </a:r>
            <a:r>
              <a:rPr spc="290" dirty="0"/>
              <a:t> </a:t>
            </a:r>
            <a:r>
              <a:rPr spc="-434" dirty="0"/>
              <a:t>–</a:t>
            </a:r>
            <a:r>
              <a:rPr spc="295" dirty="0"/>
              <a:t> </a:t>
            </a:r>
            <a:r>
              <a:rPr spc="65" dirty="0"/>
              <a:t>Dynamic</a:t>
            </a:r>
            <a:r>
              <a:rPr spc="290" dirty="0"/>
              <a:t> </a:t>
            </a:r>
            <a:r>
              <a:rPr spc="45" dirty="0"/>
              <a:t>Creation</a:t>
            </a:r>
            <a:r>
              <a:rPr spc="290" dirty="0"/>
              <a:t> </a:t>
            </a:r>
            <a:r>
              <a:rPr spc="175" dirty="0"/>
              <a:t>&amp;</a:t>
            </a:r>
            <a:r>
              <a:rPr spc="290" dirty="0"/>
              <a:t> </a:t>
            </a:r>
            <a:r>
              <a:rPr dirty="0"/>
              <a:t>Control</a:t>
            </a:r>
            <a:r>
              <a:rPr spc="295" dirty="0"/>
              <a:t> </a:t>
            </a:r>
            <a:r>
              <a:rPr spc="70" dirty="0"/>
              <a:t>of</a:t>
            </a:r>
            <a:r>
              <a:rPr spc="295" dirty="0"/>
              <a:t> </a:t>
            </a:r>
            <a:r>
              <a:rPr spc="-10" dirty="0"/>
              <a:t>Buses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432" y="3300983"/>
            <a:ext cx="14442440" cy="437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225" dirty="0">
                <a:solidFill>
                  <a:srgbClr val="B37D8F"/>
                </a:solidFill>
                <a:latin typeface="Arial Black"/>
                <a:cs typeface="Arial Black"/>
              </a:rPr>
              <a:t>Use</a:t>
            </a:r>
            <a:r>
              <a:rPr sz="2300" spc="-20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235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300" spc="-19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180" dirty="0">
                <a:solidFill>
                  <a:srgbClr val="B37D8F"/>
                </a:solidFill>
                <a:latin typeface="Arial Black"/>
                <a:cs typeface="Arial Black"/>
              </a:rPr>
              <a:t>Name:</a:t>
            </a:r>
            <a:r>
              <a:rPr sz="2300" spc="-19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Create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and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14" dirty="0">
                <a:latin typeface="Arial Black"/>
                <a:cs typeface="Arial Black"/>
              </a:rPr>
              <a:t>Add</a:t>
            </a:r>
            <a:r>
              <a:rPr sz="2300" spc="-200" dirty="0">
                <a:latin typeface="Arial Black"/>
                <a:cs typeface="Arial Black"/>
              </a:rPr>
              <a:t> </a:t>
            </a:r>
            <a:r>
              <a:rPr sz="2300" spc="-240" dirty="0">
                <a:latin typeface="Arial Black"/>
                <a:cs typeface="Arial Black"/>
              </a:rPr>
              <a:t>New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25" dirty="0">
                <a:latin typeface="Arial Black"/>
                <a:cs typeface="Arial Black"/>
              </a:rPr>
              <a:t>Bus</a:t>
            </a:r>
            <a:endParaRPr sz="2300">
              <a:latin typeface="Arial Black"/>
              <a:cs typeface="Arial Black"/>
            </a:endParaRPr>
          </a:p>
          <a:p>
            <a:pPr marL="12700" marR="10991215">
              <a:lnSpc>
                <a:spcPts val="6300"/>
              </a:lnSpc>
              <a:spcBef>
                <a:spcPts val="800"/>
              </a:spcBef>
            </a:pPr>
            <a:r>
              <a:rPr sz="2300" spc="-170" dirty="0">
                <a:solidFill>
                  <a:srgbClr val="B37D8F"/>
                </a:solidFill>
                <a:latin typeface="Arial Black"/>
                <a:cs typeface="Arial Black"/>
              </a:rPr>
              <a:t>Actors:</a:t>
            </a:r>
            <a:r>
              <a:rPr sz="2300" spc="-16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185" dirty="0">
                <a:latin typeface="Arial Black"/>
                <a:cs typeface="Arial Black"/>
              </a:rPr>
              <a:t>System,</a:t>
            </a:r>
            <a:r>
              <a:rPr sz="2300" spc="-165" dirty="0">
                <a:latin typeface="Arial Black"/>
                <a:cs typeface="Arial Black"/>
              </a:rPr>
              <a:t> </a:t>
            </a:r>
            <a:r>
              <a:rPr sz="2300" spc="-150" dirty="0">
                <a:latin typeface="Arial Black"/>
                <a:cs typeface="Arial Black"/>
              </a:rPr>
              <a:t>BusLine </a:t>
            </a:r>
            <a:r>
              <a:rPr sz="2300" spc="-135" dirty="0">
                <a:solidFill>
                  <a:srgbClr val="B37D8F"/>
                </a:solidFill>
                <a:latin typeface="Arial Black"/>
                <a:cs typeface="Arial Black"/>
              </a:rPr>
              <a:t>Main</a:t>
            </a:r>
            <a:r>
              <a:rPr sz="2300" spc="-204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300" spc="-20" dirty="0">
                <a:solidFill>
                  <a:srgbClr val="B37D8F"/>
                </a:solidFill>
                <a:latin typeface="Arial Black"/>
                <a:cs typeface="Arial Black"/>
              </a:rPr>
              <a:t>Flow:</a:t>
            </a:r>
            <a:endParaRPr sz="2300">
              <a:latin typeface="Arial Black"/>
              <a:cs typeface="Arial Black"/>
            </a:endParaRPr>
          </a:p>
          <a:p>
            <a:pPr marL="12700" marR="3976370">
              <a:lnSpc>
                <a:spcPct val="114100"/>
              </a:lnSpc>
              <a:spcBef>
                <a:spcPts val="2350"/>
              </a:spcBef>
            </a:pPr>
            <a:r>
              <a:rPr sz="2300" spc="-190" dirty="0">
                <a:latin typeface="Arial Black"/>
                <a:cs typeface="Arial Black"/>
              </a:rPr>
              <a:t>System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detects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congestion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95" dirty="0">
                <a:latin typeface="Arial Black"/>
                <a:cs typeface="Arial Black"/>
              </a:rPr>
              <a:t>or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high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passenger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50" dirty="0">
                <a:latin typeface="Arial Black"/>
                <a:cs typeface="Arial Black"/>
              </a:rPr>
              <a:t>demand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10" dirty="0">
                <a:latin typeface="Arial Black"/>
                <a:cs typeface="Arial Black"/>
              </a:rPr>
              <a:t>on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specific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5" dirty="0">
                <a:latin typeface="Arial Black"/>
                <a:cs typeface="Arial Black"/>
              </a:rPr>
              <a:t>route. </a:t>
            </a:r>
            <a:r>
              <a:rPr sz="2300" spc="-190" dirty="0">
                <a:latin typeface="Arial Black"/>
                <a:cs typeface="Arial Black"/>
              </a:rPr>
              <a:t>System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0" dirty="0">
                <a:latin typeface="Arial Black"/>
                <a:cs typeface="Arial Black"/>
              </a:rPr>
              <a:t>calls</a:t>
            </a:r>
            <a:r>
              <a:rPr sz="2300" spc="-175" dirty="0">
                <a:latin typeface="Arial Black"/>
                <a:cs typeface="Arial Black"/>
              </a:rPr>
              <a:t> </a:t>
            </a:r>
            <a:r>
              <a:rPr sz="2300" spc="-135" dirty="0">
                <a:latin typeface="Arial Black"/>
                <a:cs typeface="Arial Black"/>
              </a:rPr>
              <a:t>BusFactory.createBus().</a:t>
            </a:r>
            <a:endParaRPr sz="23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300" spc="-170" dirty="0">
                <a:latin typeface="Arial Black"/>
                <a:cs typeface="Arial Black"/>
              </a:rPr>
              <a:t>Factory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returns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00" dirty="0">
                <a:latin typeface="Arial Black"/>
                <a:cs typeface="Arial Black"/>
              </a:rPr>
              <a:t>Bus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instance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with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54" dirty="0">
                <a:latin typeface="Arial Black"/>
                <a:cs typeface="Arial Black"/>
              </a:rPr>
              <a:t>a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25" dirty="0">
                <a:latin typeface="Arial Black"/>
                <a:cs typeface="Arial Black"/>
              </a:rPr>
              <a:t>unique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number.</a:t>
            </a:r>
            <a:endParaRPr sz="2300">
              <a:latin typeface="Arial Black"/>
              <a:cs typeface="Arial Black"/>
            </a:endParaRPr>
          </a:p>
          <a:p>
            <a:pPr marL="12700" marR="5080">
              <a:lnSpc>
                <a:spcPct val="114100"/>
              </a:lnSpc>
            </a:pPr>
            <a:r>
              <a:rPr sz="2300" spc="-190" dirty="0">
                <a:latin typeface="Arial Black"/>
                <a:cs typeface="Arial Black"/>
              </a:rPr>
              <a:t>System</a:t>
            </a:r>
            <a:r>
              <a:rPr sz="2300" spc="-195" dirty="0">
                <a:latin typeface="Arial Black"/>
                <a:cs typeface="Arial Black"/>
              </a:rPr>
              <a:t> </a:t>
            </a:r>
            <a:r>
              <a:rPr sz="2300" spc="-170" dirty="0">
                <a:latin typeface="Arial Black"/>
                <a:cs typeface="Arial Black"/>
              </a:rPr>
              <a:t>adds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the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the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0" dirty="0">
                <a:latin typeface="Arial Black"/>
                <a:cs typeface="Arial Black"/>
              </a:rPr>
              <a:t>corresponding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BusLine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using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14" dirty="0">
                <a:latin typeface="Arial Black"/>
                <a:cs typeface="Arial Black"/>
              </a:rPr>
              <a:t>BusLine.addBus(newBus). </a:t>
            </a:r>
            <a:r>
              <a:rPr sz="2300" spc="-140" dirty="0">
                <a:latin typeface="Arial Black"/>
                <a:cs typeface="Arial Black"/>
              </a:rPr>
              <a:t>Postcondition: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204" dirty="0">
                <a:latin typeface="Arial Black"/>
                <a:cs typeface="Arial Black"/>
              </a:rPr>
              <a:t>A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229" dirty="0">
                <a:latin typeface="Arial Black"/>
                <a:cs typeface="Arial Black"/>
              </a:rPr>
              <a:t>new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55" dirty="0">
                <a:latin typeface="Arial Black"/>
                <a:cs typeface="Arial Black"/>
              </a:rPr>
              <a:t>bus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95" dirty="0">
                <a:latin typeface="Arial Black"/>
                <a:cs typeface="Arial Black"/>
              </a:rPr>
              <a:t>is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dynamically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75" dirty="0">
                <a:latin typeface="Arial Black"/>
                <a:cs typeface="Arial Black"/>
              </a:rPr>
              <a:t>created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45" dirty="0">
                <a:latin typeface="Arial Black"/>
                <a:cs typeface="Arial Black"/>
              </a:rPr>
              <a:t>and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40" dirty="0">
                <a:latin typeface="Arial Black"/>
                <a:cs typeface="Arial Black"/>
              </a:rPr>
              <a:t>added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the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30" dirty="0">
                <a:latin typeface="Arial Black"/>
                <a:cs typeface="Arial Black"/>
              </a:rPr>
              <a:t>route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05" dirty="0">
                <a:latin typeface="Arial Black"/>
                <a:cs typeface="Arial Black"/>
              </a:rPr>
              <a:t>to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35" dirty="0">
                <a:latin typeface="Arial Black"/>
                <a:cs typeface="Arial Black"/>
              </a:rPr>
              <a:t>handle</a:t>
            </a:r>
            <a:r>
              <a:rPr sz="2300" spc="-185" dirty="0">
                <a:latin typeface="Arial Black"/>
                <a:cs typeface="Arial Black"/>
              </a:rPr>
              <a:t> </a:t>
            </a:r>
            <a:r>
              <a:rPr sz="2300" spc="-180" dirty="0">
                <a:latin typeface="Arial Black"/>
                <a:cs typeface="Arial Black"/>
              </a:rPr>
              <a:t>increased</a:t>
            </a:r>
            <a:r>
              <a:rPr sz="2300" spc="-190" dirty="0">
                <a:latin typeface="Arial Black"/>
                <a:cs typeface="Arial Black"/>
              </a:rPr>
              <a:t> </a:t>
            </a:r>
            <a:r>
              <a:rPr sz="2300" spc="-10" dirty="0">
                <a:latin typeface="Arial Black"/>
                <a:cs typeface="Arial Black"/>
              </a:rPr>
              <a:t>demand.</a:t>
            </a:r>
            <a:endParaRPr sz="230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72760" cy="10287000"/>
            <a:chOff x="0" y="0"/>
            <a:chExt cx="18272760" cy="102870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8272760" cy="10274300"/>
            </a:xfrm>
            <a:custGeom>
              <a:avLst/>
              <a:gdLst/>
              <a:ahLst/>
              <a:cxnLst/>
              <a:rect l="l" t="t" r="r" b="b"/>
              <a:pathLst>
                <a:path w="18272759" h="10274300">
                  <a:moveTo>
                    <a:pt x="10816226" y="10274299"/>
                  </a:moveTo>
                  <a:lnTo>
                    <a:pt x="4266503" y="10274299"/>
                  </a:lnTo>
                  <a:lnTo>
                    <a:pt x="3826568" y="10210799"/>
                  </a:lnTo>
                  <a:lnTo>
                    <a:pt x="3747780" y="10185399"/>
                  </a:lnTo>
                  <a:lnTo>
                    <a:pt x="3435584" y="10134599"/>
                  </a:lnTo>
                  <a:lnTo>
                    <a:pt x="3358289" y="10109199"/>
                  </a:lnTo>
                  <a:lnTo>
                    <a:pt x="3204621" y="10083799"/>
                  </a:lnTo>
                  <a:lnTo>
                    <a:pt x="3128254" y="10058399"/>
                  </a:lnTo>
                  <a:lnTo>
                    <a:pt x="2976469" y="10032999"/>
                  </a:lnTo>
                  <a:lnTo>
                    <a:pt x="2901056" y="10007599"/>
                  </a:lnTo>
                  <a:lnTo>
                    <a:pt x="2825967" y="9994899"/>
                  </a:lnTo>
                  <a:lnTo>
                    <a:pt x="2751203" y="9969499"/>
                  </a:lnTo>
                  <a:lnTo>
                    <a:pt x="2676769" y="9956799"/>
                  </a:lnTo>
                  <a:lnTo>
                    <a:pt x="2602666" y="9931399"/>
                  </a:lnTo>
                  <a:lnTo>
                    <a:pt x="2528898" y="9918699"/>
                  </a:lnTo>
                  <a:lnTo>
                    <a:pt x="2455468" y="9893299"/>
                  </a:lnTo>
                  <a:lnTo>
                    <a:pt x="2382377" y="9880599"/>
                  </a:lnTo>
                  <a:lnTo>
                    <a:pt x="2309629" y="9855199"/>
                  </a:lnTo>
                  <a:lnTo>
                    <a:pt x="2237227" y="9842499"/>
                  </a:lnTo>
                  <a:lnTo>
                    <a:pt x="2093470" y="9791699"/>
                  </a:lnTo>
                  <a:lnTo>
                    <a:pt x="2022121" y="9778999"/>
                  </a:lnTo>
                  <a:lnTo>
                    <a:pt x="1880495" y="9728199"/>
                  </a:lnTo>
                  <a:lnTo>
                    <a:pt x="1810224" y="9715499"/>
                  </a:lnTo>
                  <a:lnTo>
                    <a:pt x="1532818" y="9613899"/>
                  </a:lnTo>
                  <a:lnTo>
                    <a:pt x="1464400" y="9601199"/>
                  </a:lnTo>
                  <a:lnTo>
                    <a:pt x="930919" y="9397999"/>
                  </a:lnTo>
                  <a:lnTo>
                    <a:pt x="485122" y="9220199"/>
                  </a:lnTo>
                  <a:lnTo>
                    <a:pt x="361493" y="9169399"/>
                  </a:lnTo>
                  <a:lnTo>
                    <a:pt x="300315" y="9131299"/>
                  </a:lnTo>
                  <a:lnTo>
                    <a:pt x="119364" y="9055099"/>
                  </a:lnTo>
                  <a:lnTo>
                    <a:pt x="59918" y="9016999"/>
                  </a:lnTo>
                  <a:lnTo>
                    <a:pt x="0" y="8991599"/>
                  </a:lnTo>
                  <a:lnTo>
                    <a:pt x="0" y="1358899"/>
                  </a:lnTo>
                  <a:lnTo>
                    <a:pt x="59918" y="1333499"/>
                  </a:lnTo>
                  <a:lnTo>
                    <a:pt x="119364" y="1295399"/>
                  </a:lnTo>
                  <a:lnTo>
                    <a:pt x="361493" y="1193799"/>
                  </a:lnTo>
                  <a:lnTo>
                    <a:pt x="423096" y="1155699"/>
                  </a:lnTo>
                  <a:lnTo>
                    <a:pt x="866009" y="977899"/>
                  </a:lnTo>
                  <a:lnTo>
                    <a:pt x="1464400" y="749299"/>
                  </a:lnTo>
                  <a:lnTo>
                    <a:pt x="1532818" y="736599"/>
                  </a:lnTo>
                  <a:lnTo>
                    <a:pt x="1740319" y="660399"/>
                  </a:lnTo>
                  <a:lnTo>
                    <a:pt x="1810224" y="647699"/>
                  </a:lnTo>
                  <a:lnTo>
                    <a:pt x="2022121" y="571499"/>
                  </a:lnTo>
                  <a:lnTo>
                    <a:pt x="2093470" y="558799"/>
                  </a:lnTo>
                  <a:lnTo>
                    <a:pt x="2237227" y="507999"/>
                  </a:lnTo>
                  <a:lnTo>
                    <a:pt x="2309629" y="495299"/>
                  </a:lnTo>
                  <a:lnTo>
                    <a:pt x="2382377" y="469899"/>
                  </a:lnTo>
                  <a:lnTo>
                    <a:pt x="2455468" y="457199"/>
                  </a:lnTo>
                  <a:lnTo>
                    <a:pt x="2528898" y="431799"/>
                  </a:lnTo>
                  <a:lnTo>
                    <a:pt x="2602666" y="419099"/>
                  </a:lnTo>
                  <a:lnTo>
                    <a:pt x="2676769" y="393699"/>
                  </a:lnTo>
                  <a:lnTo>
                    <a:pt x="2751203" y="380999"/>
                  </a:lnTo>
                  <a:lnTo>
                    <a:pt x="2825967" y="355599"/>
                  </a:lnTo>
                  <a:lnTo>
                    <a:pt x="2901056" y="342899"/>
                  </a:lnTo>
                  <a:lnTo>
                    <a:pt x="2976469" y="317499"/>
                  </a:lnTo>
                  <a:lnTo>
                    <a:pt x="3128254" y="292099"/>
                  </a:lnTo>
                  <a:lnTo>
                    <a:pt x="3204621" y="266699"/>
                  </a:lnTo>
                  <a:lnTo>
                    <a:pt x="3358289" y="241299"/>
                  </a:lnTo>
                  <a:lnTo>
                    <a:pt x="3435584" y="215899"/>
                  </a:lnTo>
                  <a:lnTo>
                    <a:pt x="3747780" y="165099"/>
                  </a:lnTo>
                  <a:lnTo>
                    <a:pt x="3826568" y="139699"/>
                  </a:lnTo>
                  <a:lnTo>
                    <a:pt x="4756986" y="0"/>
                  </a:lnTo>
                  <a:lnTo>
                    <a:pt x="10325742" y="0"/>
                  </a:lnTo>
                  <a:lnTo>
                    <a:pt x="11256160" y="139699"/>
                  </a:lnTo>
                  <a:lnTo>
                    <a:pt x="11334948" y="165099"/>
                  </a:lnTo>
                  <a:lnTo>
                    <a:pt x="11647144" y="215899"/>
                  </a:lnTo>
                  <a:lnTo>
                    <a:pt x="11724439" y="241299"/>
                  </a:lnTo>
                  <a:lnTo>
                    <a:pt x="11878107" y="266699"/>
                  </a:lnTo>
                  <a:lnTo>
                    <a:pt x="11954474" y="292099"/>
                  </a:lnTo>
                  <a:lnTo>
                    <a:pt x="12106259" y="317499"/>
                  </a:lnTo>
                  <a:lnTo>
                    <a:pt x="12181672" y="342899"/>
                  </a:lnTo>
                  <a:lnTo>
                    <a:pt x="12256761" y="355599"/>
                  </a:lnTo>
                  <a:lnTo>
                    <a:pt x="12331525" y="380999"/>
                  </a:lnTo>
                  <a:lnTo>
                    <a:pt x="12405959" y="393699"/>
                  </a:lnTo>
                  <a:lnTo>
                    <a:pt x="12480062" y="419099"/>
                  </a:lnTo>
                  <a:lnTo>
                    <a:pt x="12553830" y="431799"/>
                  </a:lnTo>
                  <a:lnTo>
                    <a:pt x="12627260" y="457199"/>
                  </a:lnTo>
                  <a:lnTo>
                    <a:pt x="12700351" y="469899"/>
                  </a:lnTo>
                  <a:lnTo>
                    <a:pt x="12773099" y="495299"/>
                  </a:lnTo>
                  <a:lnTo>
                    <a:pt x="12845501" y="507999"/>
                  </a:lnTo>
                  <a:lnTo>
                    <a:pt x="12989258" y="558799"/>
                  </a:lnTo>
                  <a:lnTo>
                    <a:pt x="13060607" y="571499"/>
                  </a:lnTo>
                  <a:lnTo>
                    <a:pt x="13272503" y="647699"/>
                  </a:lnTo>
                  <a:lnTo>
                    <a:pt x="13342409" y="660399"/>
                  </a:lnTo>
                  <a:lnTo>
                    <a:pt x="13549910" y="736599"/>
                  </a:lnTo>
                  <a:lnTo>
                    <a:pt x="13618328" y="749299"/>
                  </a:lnTo>
                  <a:lnTo>
                    <a:pt x="14216718" y="977899"/>
                  </a:lnTo>
                  <a:lnTo>
                    <a:pt x="14659632" y="1155699"/>
                  </a:lnTo>
                  <a:lnTo>
                    <a:pt x="14721235" y="1193799"/>
                  </a:lnTo>
                  <a:lnTo>
                    <a:pt x="14963363" y="1295399"/>
                  </a:lnTo>
                  <a:lnTo>
                    <a:pt x="15022810" y="1333499"/>
                  </a:lnTo>
                  <a:lnTo>
                    <a:pt x="15198502" y="1409699"/>
                  </a:lnTo>
                  <a:lnTo>
                    <a:pt x="15256174" y="1447799"/>
                  </a:lnTo>
                  <a:lnTo>
                    <a:pt x="15370163" y="1498599"/>
                  </a:lnTo>
                  <a:lnTo>
                    <a:pt x="15426474" y="1536699"/>
                  </a:lnTo>
                  <a:lnTo>
                    <a:pt x="15482327" y="1562099"/>
                  </a:lnTo>
                  <a:lnTo>
                    <a:pt x="15537717" y="1600199"/>
                  </a:lnTo>
                  <a:lnTo>
                    <a:pt x="15647103" y="1650999"/>
                  </a:lnTo>
                  <a:lnTo>
                    <a:pt x="15701092" y="1689099"/>
                  </a:lnTo>
                  <a:lnTo>
                    <a:pt x="15754608" y="1714499"/>
                  </a:lnTo>
                  <a:lnTo>
                    <a:pt x="15807649" y="1752599"/>
                  </a:lnTo>
                  <a:lnTo>
                    <a:pt x="15860211" y="1777999"/>
                  </a:lnTo>
                  <a:lnTo>
                    <a:pt x="15912292" y="1816099"/>
                  </a:lnTo>
                  <a:lnTo>
                    <a:pt x="15963889" y="1841499"/>
                  </a:lnTo>
                  <a:lnTo>
                    <a:pt x="16065621" y="1917699"/>
                  </a:lnTo>
                  <a:lnTo>
                    <a:pt x="16115751" y="1943099"/>
                  </a:lnTo>
                  <a:lnTo>
                    <a:pt x="16165385" y="1981199"/>
                  </a:lnTo>
                  <a:lnTo>
                    <a:pt x="16214521" y="2006599"/>
                  </a:lnTo>
                  <a:lnTo>
                    <a:pt x="16311290" y="2082799"/>
                  </a:lnTo>
                  <a:lnTo>
                    <a:pt x="16358917" y="2108199"/>
                  </a:lnTo>
                  <a:lnTo>
                    <a:pt x="16452642" y="2184399"/>
                  </a:lnTo>
                  <a:lnTo>
                    <a:pt x="16498734" y="2209799"/>
                  </a:lnTo>
                  <a:lnTo>
                    <a:pt x="16544310" y="2247899"/>
                  </a:lnTo>
                  <a:lnTo>
                    <a:pt x="16633898" y="2324099"/>
                  </a:lnTo>
                  <a:lnTo>
                    <a:pt x="16677906" y="2349499"/>
                  </a:lnTo>
                  <a:lnTo>
                    <a:pt x="16721385" y="2387599"/>
                  </a:lnTo>
                  <a:lnTo>
                    <a:pt x="16764334" y="2425699"/>
                  </a:lnTo>
                  <a:lnTo>
                    <a:pt x="16806749" y="2463799"/>
                  </a:lnTo>
                  <a:lnTo>
                    <a:pt x="16848627" y="2489199"/>
                  </a:lnTo>
                  <a:lnTo>
                    <a:pt x="16889966" y="2527299"/>
                  </a:lnTo>
                  <a:lnTo>
                    <a:pt x="16930764" y="2565399"/>
                  </a:lnTo>
                  <a:lnTo>
                    <a:pt x="16971016" y="2603499"/>
                  </a:lnTo>
                  <a:lnTo>
                    <a:pt x="17010722" y="2641599"/>
                  </a:lnTo>
                  <a:lnTo>
                    <a:pt x="17049877" y="2679699"/>
                  </a:lnTo>
                  <a:lnTo>
                    <a:pt x="17088479" y="2717799"/>
                  </a:lnTo>
                  <a:lnTo>
                    <a:pt x="17126525" y="2755899"/>
                  </a:lnTo>
                  <a:lnTo>
                    <a:pt x="17164012" y="2781299"/>
                  </a:lnTo>
                  <a:lnTo>
                    <a:pt x="17200939" y="2819399"/>
                  </a:lnTo>
                  <a:lnTo>
                    <a:pt x="17237301" y="2857499"/>
                  </a:lnTo>
                  <a:lnTo>
                    <a:pt x="17273097" y="2895599"/>
                  </a:lnTo>
                  <a:lnTo>
                    <a:pt x="17308322" y="2933699"/>
                  </a:lnTo>
                  <a:lnTo>
                    <a:pt x="17342976" y="2971799"/>
                  </a:lnTo>
                  <a:lnTo>
                    <a:pt x="17377054" y="3009899"/>
                  </a:lnTo>
                  <a:lnTo>
                    <a:pt x="17410555" y="3047999"/>
                  </a:lnTo>
                  <a:lnTo>
                    <a:pt x="17443475" y="3086099"/>
                  </a:lnTo>
                  <a:lnTo>
                    <a:pt x="17475811" y="3124199"/>
                  </a:lnTo>
                  <a:lnTo>
                    <a:pt x="17507561" y="3162299"/>
                  </a:lnTo>
                  <a:lnTo>
                    <a:pt x="17538722" y="3200399"/>
                  </a:lnTo>
                  <a:lnTo>
                    <a:pt x="17569292" y="3251199"/>
                  </a:lnTo>
                  <a:lnTo>
                    <a:pt x="17599267" y="3289299"/>
                  </a:lnTo>
                  <a:lnTo>
                    <a:pt x="17628645" y="3327399"/>
                  </a:lnTo>
                  <a:lnTo>
                    <a:pt x="17657422" y="3365499"/>
                  </a:lnTo>
                  <a:lnTo>
                    <a:pt x="17685597" y="3403599"/>
                  </a:lnTo>
                  <a:lnTo>
                    <a:pt x="17713167" y="3441699"/>
                  </a:lnTo>
                  <a:lnTo>
                    <a:pt x="17740128" y="3479799"/>
                  </a:lnTo>
                  <a:lnTo>
                    <a:pt x="17766478" y="3517899"/>
                  </a:lnTo>
                  <a:lnTo>
                    <a:pt x="17792214" y="3555999"/>
                  </a:lnTo>
                  <a:lnTo>
                    <a:pt x="17817333" y="3606799"/>
                  </a:lnTo>
                  <a:lnTo>
                    <a:pt x="17841834" y="3644899"/>
                  </a:lnTo>
                  <a:lnTo>
                    <a:pt x="17865712" y="3682999"/>
                  </a:lnTo>
                  <a:lnTo>
                    <a:pt x="17888965" y="3721099"/>
                  </a:lnTo>
                  <a:lnTo>
                    <a:pt x="17911590" y="3759199"/>
                  </a:lnTo>
                  <a:lnTo>
                    <a:pt x="17933585" y="3809999"/>
                  </a:lnTo>
                  <a:lnTo>
                    <a:pt x="17954947" y="3848099"/>
                  </a:lnTo>
                  <a:lnTo>
                    <a:pt x="17975672" y="3886199"/>
                  </a:lnTo>
                  <a:lnTo>
                    <a:pt x="17995759" y="3924299"/>
                  </a:lnTo>
                  <a:lnTo>
                    <a:pt x="18015205" y="3975099"/>
                  </a:lnTo>
                  <a:lnTo>
                    <a:pt x="18034006" y="4013199"/>
                  </a:lnTo>
                  <a:lnTo>
                    <a:pt x="18052160" y="4051299"/>
                  </a:lnTo>
                  <a:lnTo>
                    <a:pt x="18069665" y="4089399"/>
                  </a:lnTo>
                  <a:lnTo>
                    <a:pt x="18086517" y="4140199"/>
                  </a:lnTo>
                  <a:lnTo>
                    <a:pt x="18102713" y="4178299"/>
                  </a:lnTo>
                  <a:lnTo>
                    <a:pt x="18118252" y="4216399"/>
                  </a:lnTo>
                  <a:lnTo>
                    <a:pt x="18133129" y="4267199"/>
                  </a:lnTo>
                  <a:lnTo>
                    <a:pt x="18147343" y="4305299"/>
                  </a:lnTo>
                  <a:lnTo>
                    <a:pt x="18160890" y="4343399"/>
                  </a:lnTo>
                  <a:lnTo>
                    <a:pt x="18173769" y="4394199"/>
                  </a:lnTo>
                  <a:lnTo>
                    <a:pt x="18185975" y="4432299"/>
                  </a:lnTo>
                  <a:lnTo>
                    <a:pt x="18197507" y="4483099"/>
                  </a:lnTo>
                  <a:lnTo>
                    <a:pt x="18208361" y="4521199"/>
                  </a:lnTo>
                  <a:lnTo>
                    <a:pt x="18218535" y="4559299"/>
                  </a:lnTo>
                  <a:lnTo>
                    <a:pt x="18228026" y="4610099"/>
                  </a:lnTo>
                  <a:lnTo>
                    <a:pt x="18236831" y="4648199"/>
                  </a:lnTo>
                  <a:lnTo>
                    <a:pt x="18244948" y="4698999"/>
                  </a:lnTo>
                  <a:lnTo>
                    <a:pt x="18252373" y="4737099"/>
                  </a:lnTo>
                  <a:lnTo>
                    <a:pt x="18259105" y="4775199"/>
                  </a:lnTo>
                  <a:lnTo>
                    <a:pt x="18265139" y="4825999"/>
                  </a:lnTo>
                  <a:lnTo>
                    <a:pt x="18270474" y="4864099"/>
                  </a:lnTo>
                  <a:lnTo>
                    <a:pt x="18272260" y="4889499"/>
                  </a:lnTo>
                  <a:lnTo>
                    <a:pt x="18272260" y="5473699"/>
                  </a:lnTo>
                  <a:lnTo>
                    <a:pt x="18265139" y="5524499"/>
                  </a:lnTo>
                  <a:lnTo>
                    <a:pt x="18259105" y="5575299"/>
                  </a:lnTo>
                  <a:lnTo>
                    <a:pt x="18252373" y="5613399"/>
                  </a:lnTo>
                  <a:lnTo>
                    <a:pt x="18244948" y="5664199"/>
                  </a:lnTo>
                  <a:lnTo>
                    <a:pt x="18236831" y="5702299"/>
                  </a:lnTo>
                  <a:lnTo>
                    <a:pt x="18228026" y="5740399"/>
                  </a:lnTo>
                  <a:lnTo>
                    <a:pt x="18218535" y="5791199"/>
                  </a:lnTo>
                  <a:lnTo>
                    <a:pt x="18208361" y="5829299"/>
                  </a:lnTo>
                  <a:lnTo>
                    <a:pt x="18197507" y="5880099"/>
                  </a:lnTo>
                  <a:lnTo>
                    <a:pt x="18185975" y="5918199"/>
                  </a:lnTo>
                  <a:lnTo>
                    <a:pt x="18173769" y="5956299"/>
                  </a:lnTo>
                  <a:lnTo>
                    <a:pt x="18160890" y="6007099"/>
                  </a:lnTo>
                  <a:lnTo>
                    <a:pt x="18147343" y="6045199"/>
                  </a:lnTo>
                  <a:lnTo>
                    <a:pt x="18133129" y="6083299"/>
                  </a:lnTo>
                  <a:lnTo>
                    <a:pt x="18118252" y="6134099"/>
                  </a:lnTo>
                  <a:lnTo>
                    <a:pt x="18102713" y="6172199"/>
                  </a:lnTo>
                  <a:lnTo>
                    <a:pt x="18086517" y="6210299"/>
                  </a:lnTo>
                  <a:lnTo>
                    <a:pt x="18069665" y="6261099"/>
                  </a:lnTo>
                  <a:lnTo>
                    <a:pt x="18052160" y="6299199"/>
                  </a:lnTo>
                  <a:lnTo>
                    <a:pt x="18034006" y="6337299"/>
                  </a:lnTo>
                  <a:lnTo>
                    <a:pt x="18015205" y="6375399"/>
                  </a:lnTo>
                  <a:lnTo>
                    <a:pt x="17995759" y="6426199"/>
                  </a:lnTo>
                  <a:lnTo>
                    <a:pt x="17975672" y="6464299"/>
                  </a:lnTo>
                  <a:lnTo>
                    <a:pt x="17954947" y="6502399"/>
                  </a:lnTo>
                  <a:lnTo>
                    <a:pt x="17933585" y="6540499"/>
                  </a:lnTo>
                  <a:lnTo>
                    <a:pt x="17911590" y="6591299"/>
                  </a:lnTo>
                  <a:lnTo>
                    <a:pt x="17888965" y="6629399"/>
                  </a:lnTo>
                  <a:lnTo>
                    <a:pt x="17865712" y="6667499"/>
                  </a:lnTo>
                  <a:lnTo>
                    <a:pt x="17841834" y="6705599"/>
                  </a:lnTo>
                  <a:lnTo>
                    <a:pt x="17817333" y="6743699"/>
                  </a:lnTo>
                  <a:lnTo>
                    <a:pt x="17792214" y="6794499"/>
                  </a:lnTo>
                  <a:lnTo>
                    <a:pt x="17766478" y="6832599"/>
                  </a:lnTo>
                  <a:lnTo>
                    <a:pt x="17740128" y="6870699"/>
                  </a:lnTo>
                  <a:lnTo>
                    <a:pt x="17713167" y="6908799"/>
                  </a:lnTo>
                  <a:lnTo>
                    <a:pt x="17685597" y="6946899"/>
                  </a:lnTo>
                  <a:lnTo>
                    <a:pt x="17657422" y="6984999"/>
                  </a:lnTo>
                  <a:lnTo>
                    <a:pt x="17628645" y="7023099"/>
                  </a:lnTo>
                  <a:lnTo>
                    <a:pt x="17599267" y="7061199"/>
                  </a:lnTo>
                  <a:lnTo>
                    <a:pt x="17569292" y="7111999"/>
                  </a:lnTo>
                  <a:lnTo>
                    <a:pt x="17538722" y="7150099"/>
                  </a:lnTo>
                  <a:lnTo>
                    <a:pt x="17507561" y="7188199"/>
                  </a:lnTo>
                  <a:lnTo>
                    <a:pt x="17475811" y="7226299"/>
                  </a:lnTo>
                  <a:lnTo>
                    <a:pt x="17443475" y="7264399"/>
                  </a:lnTo>
                  <a:lnTo>
                    <a:pt x="17410555" y="7302499"/>
                  </a:lnTo>
                  <a:lnTo>
                    <a:pt x="17377054" y="7340599"/>
                  </a:lnTo>
                  <a:lnTo>
                    <a:pt x="17342976" y="7378699"/>
                  </a:lnTo>
                  <a:lnTo>
                    <a:pt x="17308322" y="7416799"/>
                  </a:lnTo>
                  <a:lnTo>
                    <a:pt x="17273097" y="7454899"/>
                  </a:lnTo>
                  <a:lnTo>
                    <a:pt x="17237301" y="7492999"/>
                  </a:lnTo>
                  <a:lnTo>
                    <a:pt x="17200939" y="7531099"/>
                  </a:lnTo>
                  <a:lnTo>
                    <a:pt x="17164012" y="7569199"/>
                  </a:lnTo>
                  <a:lnTo>
                    <a:pt x="17126525" y="7607299"/>
                  </a:lnTo>
                  <a:lnTo>
                    <a:pt x="17088479" y="7632699"/>
                  </a:lnTo>
                  <a:lnTo>
                    <a:pt x="17049877" y="7670799"/>
                  </a:lnTo>
                  <a:lnTo>
                    <a:pt x="17010722" y="7708899"/>
                  </a:lnTo>
                  <a:lnTo>
                    <a:pt x="16971016" y="7746999"/>
                  </a:lnTo>
                  <a:lnTo>
                    <a:pt x="16930764" y="7785099"/>
                  </a:lnTo>
                  <a:lnTo>
                    <a:pt x="16889966" y="7823199"/>
                  </a:lnTo>
                  <a:lnTo>
                    <a:pt x="16848627" y="7861299"/>
                  </a:lnTo>
                  <a:lnTo>
                    <a:pt x="16806749" y="7886699"/>
                  </a:lnTo>
                  <a:lnTo>
                    <a:pt x="16764334" y="7924799"/>
                  </a:lnTo>
                  <a:lnTo>
                    <a:pt x="16721385" y="7962899"/>
                  </a:lnTo>
                  <a:lnTo>
                    <a:pt x="16677906" y="8000999"/>
                  </a:lnTo>
                  <a:lnTo>
                    <a:pt x="16633898" y="8039099"/>
                  </a:lnTo>
                  <a:lnTo>
                    <a:pt x="16589365" y="8064499"/>
                  </a:lnTo>
                  <a:lnTo>
                    <a:pt x="16498734" y="8140699"/>
                  </a:lnTo>
                  <a:lnTo>
                    <a:pt x="16452642" y="8166099"/>
                  </a:lnTo>
                  <a:lnTo>
                    <a:pt x="16358917" y="8242299"/>
                  </a:lnTo>
                  <a:lnTo>
                    <a:pt x="16311290" y="8267699"/>
                  </a:lnTo>
                  <a:lnTo>
                    <a:pt x="16214521" y="8343899"/>
                  </a:lnTo>
                  <a:lnTo>
                    <a:pt x="16165385" y="8369299"/>
                  </a:lnTo>
                  <a:lnTo>
                    <a:pt x="16065621" y="8445499"/>
                  </a:lnTo>
                  <a:lnTo>
                    <a:pt x="16015000" y="8470899"/>
                  </a:lnTo>
                  <a:lnTo>
                    <a:pt x="15963889" y="8508999"/>
                  </a:lnTo>
                  <a:lnTo>
                    <a:pt x="15912292" y="8534399"/>
                  </a:lnTo>
                  <a:lnTo>
                    <a:pt x="15860211" y="8572499"/>
                  </a:lnTo>
                  <a:lnTo>
                    <a:pt x="15807649" y="8597899"/>
                  </a:lnTo>
                  <a:lnTo>
                    <a:pt x="15754608" y="8635999"/>
                  </a:lnTo>
                  <a:lnTo>
                    <a:pt x="15701092" y="8661399"/>
                  </a:lnTo>
                  <a:lnTo>
                    <a:pt x="15647103" y="8699499"/>
                  </a:lnTo>
                  <a:lnTo>
                    <a:pt x="15537717" y="8750299"/>
                  </a:lnTo>
                  <a:lnTo>
                    <a:pt x="15482327" y="8788399"/>
                  </a:lnTo>
                  <a:lnTo>
                    <a:pt x="15426474" y="8813799"/>
                  </a:lnTo>
                  <a:lnTo>
                    <a:pt x="15370163" y="8851899"/>
                  </a:lnTo>
                  <a:lnTo>
                    <a:pt x="15256174" y="8902699"/>
                  </a:lnTo>
                  <a:lnTo>
                    <a:pt x="15198502" y="8940799"/>
                  </a:lnTo>
                  <a:lnTo>
                    <a:pt x="15022810" y="9016999"/>
                  </a:lnTo>
                  <a:lnTo>
                    <a:pt x="14963363" y="9055099"/>
                  </a:lnTo>
                  <a:lnTo>
                    <a:pt x="14782413" y="9131299"/>
                  </a:lnTo>
                  <a:lnTo>
                    <a:pt x="14721235" y="9169399"/>
                  </a:lnTo>
                  <a:lnTo>
                    <a:pt x="14597605" y="9220199"/>
                  </a:lnTo>
                  <a:lnTo>
                    <a:pt x="14151808" y="9397999"/>
                  </a:lnTo>
                  <a:lnTo>
                    <a:pt x="13618328" y="9601199"/>
                  </a:lnTo>
                  <a:lnTo>
                    <a:pt x="13549910" y="9613899"/>
                  </a:lnTo>
                  <a:lnTo>
                    <a:pt x="13272503" y="9715499"/>
                  </a:lnTo>
                  <a:lnTo>
                    <a:pt x="13202233" y="9728199"/>
                  </a:lnTo>
                  <a:lnTo>
                    <a:pt x="13060607" y="9778999"/>
                  </a:lnTo>
                  <a:lnTo>
                    <a:pt x="12989258" y="9791699"/>
                  </a:lnTo>
                  <a:lnTo>
                    <a:pt x="12845501" y="9842499"/>
                  </a:lnTo>
                  <a:lnTo>
                    <a:pt x="12773099" y="9855199"/>
                  </a:lnTo>
                  <a:lnTo>
                    <a:pt x="12700351" y="9880599"/>
                  </a:lnTo>
                  <a:lnTo>
                    <a:pt x="12627260" y="9893299"/>
                  </a:lnTo>
                  <a:lnTo>
                    <a:pt x="12553830" y="9918699"/>
                  </a:lnTo>
                  <a:lnTo>
                    <a:pt x="12480062" y="9931399"/>
                  </a:lnTo>
                  <a:lnTo>
                    <a:pt x="12405959" y="9956799"/>
                  </a:lnTo>
                  <a:lnTo>
                    <a:pt x="12331525" y="9969499"/>
                  </a:lnTo>
                  <a:lnTo>
                    <a:pt x="12256761" y="9994899"/>
                  </a:lnTo>
                  <a:lnTo>
                    <a:pt x="12181672" y="10007599"/>
                  </a:lnTo>
                  <a:lnTo>
                    <a:pt x="12106259" y="10032999"/>
                  </a:lnTo>
                  <a:lnTo>
                    <a:pt x="11954474" y="10058399"/>
                  </a:lnTo>
                  <a:lnTo>
                    <a:pt x="11878107" y="10083799"/>
                  </a:lnTo>
                  <a:lnTo>
                    <a:pt x="11724439" y="10109199"/>
                  </a:lnTo>
                  <a:lnTo>
                    <a:pt x="11647144" y="10134599"/>
                  </a:lnTo>
                  <a:lnTo>
                    <a:pt x="11334948" y="10185399"/>
                  </a:lnTo>
                  <a:lnTo>
                    <a:pt x="11256160" y="10210799"/>
                  </a:lnTo>
                  <a:lnTo>
                    <a:pt x="10816226" y="10274299"/>
                  </a:lnTo>
                  <a:close/>
                </a:path>
              </a:pathLst>
            </a:custGeom>
            <a:solidFill>
              <a:srgbClr val="B37D8F">
                <a:alpha val="1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55891" y="8620895"/>
              <a:ext cx="1914524" cy="16661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434" y="401876"/>
            <a:ext cx="13860112" cy="9220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140" y="181035"/>
            <a:ext cx="155702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Test</a:t>
            </a:r>
            <a:r>
              <a:rPr sz="2800" spc="-70" dirty="0"/>
              <a:t> </a:t>
            </a:r>
            <a:r>
              <a:rPr sz="2800" spc="-20" dirty="0"/>
              <a:t>Case: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35140" y="654770"/>
            <a:ext cx="17771110" cy="954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575280">
              <a:lnSpc>
                <a:spcPct val="115599"/>
              </a:lnSpc>
              <a:spcBef>
                <a:spcPts val="100"/>
              </a:spcBef>
            </a:pPr>
            <a:r>
              <a:rPr sz="2000" spc="-229" dirty="0">
                <a:solidFill>
                  <a:srgbClr val="B37D8F"/>
                </a:solidFill>
                <a:latin typeface="Arial Black"/>
                <a:cs typeface="Arial Black"/>
              </a:rPr>
              <a:t>Test</a:t>
            </a:r>
            <a:r>
              <a:rPr sz="2000" spc="-16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000" spc="-200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000" spc="-16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000" spc="-100" dirty="0">
                <a:solidFill>
                  <a:srgbClr val="B37D8F"/>
                </a:solidFill>
                <a:latin typeface="Arial Black"/>
                <a:cs typeface="Arial Black"/>
              </a:rPr>
              <a:t>ID:</a:t>
            </a:r>
            <a:r>
              <a:rPr sz="2000" spc="-14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TC-</a:t>
            </a:r>
            <a:r>
              <a:rPr sz="2000" spc="-345" dirty="0">
                <a:latin typeface="Arial Black"/>
                <a:cs typeface="Arial Black"/>
              </a:rPr>
              <a:t>1 </a:t>
            </a:r>
            <a:r>
              <a:rPr sz="2000" spc="-35" dirty="0">
                <a:solidFill>
                  <a:srgbClr val="B37D8F"/>
                </a:solidFill>
                <a:latin typeface="Arial Black"/>
                <a:cs typeface="Arial Black"/>
              </a:rPr>
              <a:t>Description:</a:t>
            </a:r>
            <a:endParaRPr sz="2000">
              <a:latin typeface="Arial Black"/>
              <a:cs typeface="Arial Black"/>
            </a:endParaRPr>
          </a:p>
          <a:p>
            <a:pPr marL="12700" marR="5080">
              <a:lnSpc>
                <a:spcPct val="115599"/>
              </a:lnSpc>
            </a:pPr>
            <a:r>
              <a:rPr sz="2000" spc="-114" dirty="0">
                <a:latin typeface="Arial Black"/>
                <a:cs typeface="Arial Black"/>
              </a:rPr>
              <a:t>Verify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10" dirty="0">
                <a:latin typeface="Arial Black"/>
                <a:cs typeface="Arial Black"/>
              </a:rPr>
              <a:t>that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210" dirty="0">
                <a:latin typeface="Arial Black"/>
                <a:cs typeface="Arial Black"/>
              </a:rPr>
              <a:t>a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new</a:t>
            </a:r>
            <a:r>
              <a:rPr sz="2000" spc="-170" dirty="0">
                <a:latin typeface="Arial Black"/>
                <a:cs typeface="Arial Black"/>
              </a:rPr>
              <a:t> Bus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80" dirty="0">
                <a:latin typeface="Arial Black"/>
                <a:cs typeface="Arial Black"/>
              </a:rPr>
              <a:t>can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5" dirty="0">
                <a:latin typeface="Arial Black"/>
                <a:cs typeface="Arial Black"/>
              </a:rPr>
              <a:t>be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50" dirty="0">
                <a:latin typeface="Arial Black"/>
                <a:cs typeface="Arial Black"/>
              </a:rPr>
              <a:t>created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5" dirty="0">
                <a:latin typeface="Arial Black"/>
                <a:cs typeface="Arial Black"/>
              </a:rPr>
              <a:t>dynamically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and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added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210" dirty="0">
                <a:latin typeface="Arial Black"/>
                <a:cs typeface="Arial Black"/>
              </a:rPr>
              <a:t>a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55" dirty="0">
                <a:latin typeface="Arial Black"/>
                <a:cs typeface="Arial Black"/>
              </a:rPr>
              <a:t>BusLine,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and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50" dirty="0">
                <a:latin typeface="Arial Black"/>
                <a:cs typeface="Arial Black"/>
              </a:rPr>
              <a:t>an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existing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Bus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80" dirty="0">
                <a:latin typeface="Arial Black"/>
                <a:cs typeface="Arial Black"/>
              </a:rPr>
              <a:t>can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5" dirty="0">
                <a:latin typeface="Arial Black"/>
                <a:cs typeface="Arial Black"/>
              </a:rPr>
              <a:t>be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transferred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85" dirty="0">
                <a:latin typeface="Arial Black"/>
                <a:cs typeface="Arial Black"/>
              </a:rPr>
              <a:t>from</a:t>
            </a:r>
            <a:r>
              <a:rPr sz="2000" spc="-170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another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10" dirty="0">
                <a:latin typeface="Arial Black"/>
                <a:cs typeface="Arial Black"/>
              </a:rPr>
              <a:t>line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the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target line.</a:t>
            </a:r>
            <a:endParaRPr sz="2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5" dirty="0">
                <a:solidFill>
                  <a:srgbClr val="B37D8F"/>
                </a:solidFill>
                <a:latin typeface="Arial Black"/>
                <a:cs typeface="Arial Black"/>
              </a:rPr>
              <a:t>Preconditions:</a:t>
            </a:r>
            <a:endParaRPr sz="2000">
              <a:latin typeface="Arial Black"/>
              <a:cs typeface="Arial Black"/>
            </a:endParaRPr>
          </a:p>
          <a:p>
            <a:pPr marL="12700" marR="13049885">
              <a:lnSpc>
                <a:spcPct val="231199"/>
              </a:lnSpc>
            </a:pPr>
            <a:r>
              <a:rPr sz="2000" spc="-125" dirty="0">
                <a:latin typeface="Arial Black"/>
                <a:cs typeface="Arial Black"/>
              </a:rPr>
              <a:t>At</a:t>
            </a:r>
            <a:r>
              <a:rPr sz="2000" spc="-170" dirty="0">
                <a:latin typeface="Arial Black"/>
                <a:cs typeface="Arial Black"/>
              </a:rPr>
              <a:t> </a:t>
            </a:r>
            <a:r>
              <a:rPr sz="2000" spc="-155" dirty="0">
                <a:latin typeface="Arial Black"/>
                <a:cs typeface="Arial Black"/>
              </a:rPr>
              <a:t>least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5" dirty="0">
                <a:latin typeface="Arial Black"/>
                <a:cs typeface="Arial Black"/>
              </a:rPr>
              <a:t>one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55" dirty="0">
                <a:latin typeface="Arial Black"/>
                <a:cs typeface="Arial Black"/>
              </a:rPr>
              <a:t>BusLine</a:t>
            </a:r>
            <a:r>
              <a:rPr sz="2000" spc="-170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exists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45" dirty="0">
                <a:latin typeface="Arial Black"/>
                <a:cs typeface="Arial Black"/>
              </a:rPr>
              <a:t>with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210" dirty="0">
                <a:latin typeface="Arial Black"/>
                <a:cs typeface="Arial Black"/>
              </a:rPr>
              <a:t>a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85" dirty="0">
                <a:latin typeface="Arial Black"/>
                <a:cs typeface="Arial Black"/>
              </a:rPr>
              <a:t>Bus. </a:t>
            </a:r>
            <a:r>
              <a:rPr sz="2000" spc="-150" dirty="0">
                <a:latin typeface="Arial Black"/>
                <a:cs typeface="Arial Black"/>
              </a:rPr>
              <a:t>TransportSystem</a:t>
            </a:r>
            <a:r>
              <a:rPr sz="2000" spc="-155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is</a:t>
            </a:r>
            <a:r>
              <a:rPr sz="2000" spc="-150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running.</a:t>
            </a:r>
            <a:endParaRPr sz="2000">
              <a:latin typeface="Arial Black"/>
              <a:cs typeface="Arial Black"/>
            </a:endParaRPr>
          </a:p>
          <a:p>
            <a:pPr marL="12700" marR="14836140">
              <a:lnSpc>
                <a:spcPts val="5550"/>
              </a:lnSpc>
              <a:spcBef>
                <a:spcPts val="710"/>
              </a:spcBef>
            </a:pPr>
            <a:r>
              <a:rPr sz="2000" spc="-155" dirty="0">
                <a:latin typeface="Arial Black"/>
                <a:cs typeface="Arial Black"/>
              </a:rPr>
              <a:t>BusFactory</a:t>
            </a:r>
            <a:r>
              <a:rPr sz="2000" spc="-150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is</a:t>
            </a:r>
            <a:r>
              <a:rPr sz="2000" spc="-145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available. </a:t>
            </a:r>
            <a:r>
              <a:rPr sz="2000" spc="-10" dirty="0">
                <a:solidFill>
                  <a:srgbClr val="B37D8F"/>
                </a:solidFill>
                <a:latin typeface="Arial Black"/>
                <a:cs typeface="Arial Black"/>
              </a:rPr>
              <a:t>Steps: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sz="2000" spc="-125" dirty="0">
                <a:latin typeface="Arial Black"/>
                <a:cs typeface="Arial Black"/>
              </a:rPr>
              <a:t>Call</a:t>
            </a:r>
            <a:r>
              <a:rPr sz="2000" spc="-155" dirty="0">
                <a:latin typeface="Arial Black"/>
                <a:cs typeface="Arial Black"/>
              </a:rPr>
              <a:t> </a:t>
            </a:r>
            <a:r>
              <a:rPr sz="2000" spc="-160" dirty="0">
                <a:latin typeface="Arial Black"/>
                <a:cs typeface="Arial Black"/>
              </a:rPr>
              <a:t>BusFactory.createBus()</a:t>
            </a:r>
            <a:r>
              <a:rPr sz="2000" spc="-150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55" dirty="0">
                <a:latin typeface="Arial Black"/>
                <a:cs typeface="Arial Black"/>
              </a:rPr>
              <a:t> </a:t>
            </a:r>
            <a:r>
              <a:rPr sz="2000" spc="-165" dirty="0">
                <a:latin typeface="Arial Black"/>
                <a:cs typeface="Arial Black"/>
              </a:rPr>
              <a:t>create</a:t>
            </a:r>
            <a:r>
              <a:rPr sz="2000" spc="-150" dirty="0">
                <a:latin typeface="Arial Black"/>
                <a:cs typeface="Arial Black"/>
              </a:rPr>
              <a:t> </a:t>
            </a:r>
            <a:r>
              <a:rPr sz="2000" spc="-210" dirty="0">
                <a:latin typeface="Arial Black"/>
                <a:cs typeface="Arial Black"/>
              </a:rPr>
              <a:t>a</a:t>
            </a:r>
            <a:r>
              <a:rPr sz="2000" spc="-150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new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20" dirty="0">
                <a:latin typeface="Arial Black"/>
                <a:cs typeface="Arial Black"/>
              </a:rPr>
              <a:t>Bus.</a:t>
            </a:r>
            <a:endParaRPr sz="2000">
              <a:latin typeface="Arial Black"/>
              <a:cs typeface="Arial Black"/>
            </a:endParaRPr>
          </a:p>
          <a:p>
            <a:pPr marL="12700" marR="9591675">
              <a:lnSpc>
                <a:spcPct val="231199"/>
              </a:lnSpc>
            </a:pPr>
            <a:r>
              <a:rPr sz="2000" spc="-125" dirty="0">
                <a:latin typeface="Arial Black"/>
                <a:cs typeface="Arial Black"/>
              </a:rPr>
              <a:t>Call</a:t>
            </a:r>
            <a:r>
              <a:rPr sz="2000" spc="-130" dirty="0">
                <a:latin typeface="Arial Black"/>
                <a:cs typeface="Arial Black"/>
              </a:rPr>
              <a:t> </a:t>
            </a:r>
            <a:r>
              <a:rPr sz="2000" spc="-150" dirty="0">
                <a:latin typeface="Arial Black"/>
                <a:cs typeface="Arial Black"/>
              </a:rPr>
              <a:t>TransportSystem.addBusToLine(busLine)</a:t>
            </a:r>
            <a:r>
              <a:rPr sz="2000" spc="-130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30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add</a:t>
            </a:r>
            <a:r>
              <a:rPr sz="2000" spc="-130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the</a:t>
            </a:r>
            <a:r>
              <a:rPr sz="2000" spc="-125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new</a:t>
            </a:r>
            <a:r>
              <a:rPr sz="2000" spc="-135" dirty="0">
                <a:latin typeface="Arial Black"/>
                <a:cs typeface="Arial Black"/>
              </a:rPr>
              <a:t> </a:t>
            </a:r>
            <a:r>
              <a:rPr sz="2000" spc="-20" dirty="0">
                <a:latin typeface="Arial Black"/>
                <a:cs typeface="Arial Black"/>
              </a:rPr>
              <a:t>Bus. </a:t>
            </a:r>
            <a:r>
              <a:rPr sz="2000" spc="-165" dirty="0">
                <a:latin typeface="Arial Black"/>
                <a:cs typeface="Arial Black"/>
              </a:rPr>
              <a:t>Select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150" dirty="0">
                <a:latin typeface="Arial Black"/>
                <a:cs typeface="Arial Black"/>
              </a:rPr>
              <a:t>an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existing</a:t>
            </a:r>
            <a:r>
              <a:rPr sz="2000" spc="-155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Bus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85" dirty="0">
                <a:latin typeface="Arial Black"/>
                <a:cs typeface="Arial Black"/>
              </a:rPr>
              <a:t>from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another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line.</a:t>
            </a:r>
            <a:endParaRPr sz="2000">
              <a:latin typeface="Arial Black"/>
              <a:cs typeface="Arial Black"/>
            </a:endParaRPr>
          </a:p>
          <a:p>
            <a:pPr marL="12700" marR="9354820">
              <a:lnSpc>
                <a:spcPts val="5550"/>
              </a:lnSpc>
              <a:spcBef>
                <a:spcPts val="710"/>
              </a:spcBef>
            </a:pPr>
            <a:r>
              <a:rPr sz="2000" spc="-125" dirty="0">
                <a:latin typeface="Arial Black"/>
                <a:cs typeface="Arial Black"/>
              </a:rPr>
              <a:t>Call</a:t>
            </a:r>
            <a:r>
              <a:rPr sz="2000" spc="-110" dirty="0">
                <a:latin typeface="Arial Black"/>
                <a:cs typeface="Arial Black"/>
              </a:rPr>
              <a:t> </a:t>
            </a:r>
            <a:r>
              <a:rPr sz="2000" spc="-145" dirty="0">
                <a:latin typeface="Arial Black"/>
                <a:cs typeface="Arial Black"/>
              </a:rPr>
              <a:t>TransportSystem.transferBus(bus,</a:t>
            </a:r>
            <a:r>
              <a:rPr sz="2000" spc="-110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fromLine,</a:t>
            </a:r>
            <a:r>
              <a:rPr sz="2000" spc="-110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toLine)</a:t>
            </a:r>
            <a:r>
              <a:rPr sz="2000" spc="-110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10" dirty="0">
                <a:latin typeface="Arial Black"/>
                <a:cs typeface="Arial Black"/>
              </a:rPr>
              <a:t> </a:t>
            </a:r>
            <a:r>
              <a:rPr sz="2000" spc="-140" dirty="0">
                <a:latin typeface="Arial Black"/>
                <a:cs typeface="Arial Black"/>
              </a:rPr>
              <a:t>move</a:t>
            </a:r>
            <a:r>
              <a:rPr sz="2000" spc="-105" dirty="0">
                <a:latin typeface="Arial Black"/>
                <a:cs typeface="Arial Black"/>
              </a:rPr>
              <a:t> </a:t>
            </a:r>
            <a:r>
              <a:rPr sz="2000" spc="-25" dirty="0">
                <a:latin typeface="Arial Black"/>
                <a:cs typeface="Arial Black"/>
              </a:rPr>
              <a:t>it. </a:t>
            </a:r>
            <a:r>
              <a:rPr sz="2000" spc="-190" dirty="0">
                <a:latin typeface="Arial Black"/>
                <a:cs typeface="Arial Black"/>
              </a:rPr>
              <a:t>Check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10" dirty="0">
                <a:latin typeface="Arial Black"/>
                <a:cs typeface="Arial Black"/>
              </a:rPr>
              <a:t>all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155" dirty="0">
                <a:latin typeface="Arial Black"/>
                <a:cs typeface="Arial Black"/>
              </a:rPr>
              <a:t>BusLine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140" dirty="0">
                <a:latin typeface="Arial Black"/>
                <a:cs typeface="Arial Black"/>
              </a:rPr>
              <a:t>lists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85" dirty="0">
                <a:latin typeface="Arial Black"/>
                <a:cs typeface="Arial Black"/>
              </a:rPr>
              <a:t>verify</a:t>
            </a:r>
            <a:r>
              <a:rPr sz="2000" spc="-160" dirty="0">
                <a:latin typeface="Arial Black"/>
                <a:cs typeface="Arial Black"/>
              </a:rPr>
              <a:t> </a:t>
            </a:r>
            <a:r>
              <a:rPr sz="2000" spc="-50" dirty="0">
                <a:latin typeface="Arial Black"/>
                <a:cs typeface="Arial Black"/>
              </a:rPr>
              <a:t>correctness.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sz="2000" spc="-165" dirty="0">
                <a:solidFill>
                  <a:srgbClr val="B37D8F"/>
                </a:solidFill>
                <a:latin typeface="Arial Black"/>
                <a:cs typeface="Arial Black"/>
              </a:rPr>
              <a:t>Expected</a:t>
            </a:r>
            <a:r>
              <a:rPr sz="2000" spc="-19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B37D8F"/>
                </a:solidFill>
                <a:latin typeface="Arial Black"/>
                <a:cs typeface="Arial Black"/>
              </a:rPr>
              <a:t>Result: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spc="-185" dirty="0">
                <a:latin typeface="Arial Black"/>
                <a:cs typeface="Arial Black"/>
              </a:rPr>
              <a:t>The</a:t>
            </a:r>
            <a:r>
              <a:rPr sz="2000" spc="-170" dirty="0">
                <a:latin typeface="Arial Black"/>
                <a:cs typeface="Arial Black"/>
              </a:rPr>
              <a:t> </a:t>
            </a:r>
            <a:r>
              <a:rPr sz="2000" spc="-195" dirty="0">
                <a:latin typeface="Arial Black"/>
                <a:cs typeface="Arial Black"/>
              </a:rPr>
              <a:t>new</a:t>
            </a:r>
            <a:r>
              <a:rPr sz="2000" spc="-170" dirty="0">
                <a:latin typeface="Arial Black"/>
                <a:cs typeface="Arial Black"/>
              </a:rPr>
              <a:t> Bus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70" dirty="0">
                <a:latin typeface="Arial Black"/>
                <a:cs typeface="Arial Black"/>
              </a:rPr>
              <a:t>is </a:t>
            </a:r>
            <a:r>
              <a:rPr sz="2000" spc="-150" dirty="0">
                <a:latin typeface="Arial Black"/>
                <a:cs typeface="Arial Black"/>
              </a:rPr>
              <a:t>created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50" dirty="0">
                <a:latin typeface="Arial Black"/>
                <a:cs typeface="Arial Black"/>
              </a:rPr>
              <a:t>successfully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and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20" dirty="0">
                <a:latin typeface="Arial Black"/>
                <a:cs typeface="Arial Black"/>
              </a:rPr>
              <a:t>added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90" dirty="0">
                <a:latin typeface="Arial Black"/>
                <a:cs typeface="Arial Black"/>
              </a:rPr>
              <a:t>to</a:t>
            </a:r>
            <a:r>
              <a:rPr sz="2000" spc="-170" dirty="0">
                <a:latin typeface="Arial Black"/>
                <a:cs typeface="Arial Black"/>
              </a:rPr>
              <a:t> </a:t>
            </a:r>
            <a:r>
              <a:rPr sz="2000" spc="-114" dirty="0">
                <a:latin typeface="Arial Black"/>
                <a:cs typeface="Arial Black"/>
              </a:rPr>
              <a:t>the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45" dirty="0">
                <a:latin typeface="Arial Black"/>
                <a:cs typeface="Arial Black"/>
              </a:rPr>
              <a:t>target</a:t>
            </a:r>
            <a:r>
              <a:rPr sz="2000" spc="-165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line.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9279" y="3034495"/>
            <a:ext cx="6531161" cy="4840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185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/>
              <a:t>UI</a:t>
            </a:r>
            <a:r>
              <a:rPr spc="229" dirty="0"/>
              <a:t> </a:t>
            </a:r>
            <a:r>
              <a:rPr dirty="0"/>
              <a:t>Updates</a:t>
            </a:r>
            <a:r>
              <a:rPr spc="229" dirty="0"/>
              <a:t> </a:t>
            </a:r>
            <a:r>
              <a:rPr dirty="0"/>
              <a:t>on</a:t>
            </a:r>
            <a:r>
              <a:rPr spc="225" dirty="0"/>
              <a:t> </a:t>
            </a:r>
            <a:r>
              <a:rPr spc="70" dirty="0"/>
              <a:t>Bus</a:t>
            </a:r>
            <a:r>
              <a:rPr spc="229" dirty="0"/>
              <a:t> </a:t>
            </a:r>
            <a:r>
              <a:rPr spc="125" dirty="0"/>
              <a:t>Status</a:t>
            </a:r>
            <a:r>
              <a:rPr spc="229" dirty="0"/>
              <a:t> </a:t>
            </a:r>
            <a:r>
              <a:rPr spc="-60" dirty="0"/>
              <a:t>(Problem2)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4475" y="1056694"/>
            <a:ext cx="16521430" cy="39687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spc="-70" dirty="0">
                <a:solidFill>
                  <a:srgbClr val="B37D8F"/>
                </a:solidFill>
                <a:latin typeface="Arial Black"/>
                <a:cs typeface="Arial Black"/>
              </a:rPr>
              <a:t>Scenario:</a:t>
            </a:r>
            <a:endParaRPr sz="2500">
              <a:latin typeface="Arial Black"/>
              <a:cs typeface="Arial Black"/>
            </a:endParaRPr>
          </a:p>
          <a:p>
            <a:pPr marL="12700" marR="5080" indent="74930">
              <a:lnSpc>
                <a:spcPct val="114999"/>
              </a:lnSpc>
            </a:pPr>
            <a:r>
              <a:rPr sz="2500" spc="-155" dirty="0">
                <a:latin typeface="Arial Black"/>
                <a:cs typeface="Arial Black"/>
              </a:rPr>
              <a:t>When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status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25" dirty="0">
                <a:latin typeface="Arial Black"/>
                <a:cs typeface="Arial Black"/>
              </a:rPr>
              <a:t>changes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(e.g.,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delay,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arriving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at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station),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all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connected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components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(station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screens, </a:t>
            </a:r>
            <a:r>
              <a:rPr sz="2500" spc="-204" dirty="0">
                <a:latin typeface="Arial Black"/>
                <a:cs typeface="Arial Black"/>
              </a:rPr>
              <a:t>passenger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notifications)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must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update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real-</a:t>
            </a:r>
            <a:r>
              <a:rPr sz="2500" spc="-10" dirty="0">
                <a:latin typeface="Arial Black"/>
                <a:cs typeface="Arial Black"/>
              </a:rPr>
              <a:t>time.</a:t>
            </a:r>
            <a:endParaRPr sz="2500">
              <a:latin typeface="Arial Black"/>
              <a:cs typeface="Arial Black"/>
            </a:endParaRPr>
          </a:p>
          <a:p>
            <a:pPr marL="12700" marR="7726680">
              <a:lnSpc>
                <a:spcPct val="229999"/>
              </a:lnSpc>
            </a:pPr>
            <a:r>
              <a:rPr sz="2500" spc="-130" dirty="0">
                <a:solidFill>
                  <a:srgbClr val="B37D8F"/>
                </a:solidFill>
                <a:latin typeface="Arial Black"/>
                <a:cs typeface="Arial Black"/>
              </a:rPr>
              <a:t>Solution</a:t>
            </a:r>
            <a:r>
              <a:rPr sz="2500" spc="-19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185" dirty="0">
                <a:latin typeface="Arial Black"/>
                <a:cs typeface="Arial Black"/>
              </a:rPr>
              <a:t>–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Observer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Pattern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(Behavioral</a:t>
            </a:r>
            <a:r>
              <a:rPr sz="2500" spc="-185" dirty="0">
                <a:latin typeface="Arial Black"/>
                <a:cs typeface="Arial Black"/>
              </a:rPr>
              <a:t> Design </a:t>
            </a:r>
            <a:r>
              <a:rPr sz="2500" spc="-10" dirty="0">
                <a:latin typeface="Arial Black"/>
                <a:cs typeface="Arial Black"/>
              </a:rPr>
              <a:t>Pattern) </a:t>
            </a:r>
            <a:r>
              <a:rPr sz="2500" spc="-170" dirty="0">
                <a:solidFill>
                  <a:srgbClr val="B37D8F"/>
                </a:solidFill>
                <a:latin typeface="Arial Black"/>
                <a:cs typeface="Arial Black"/>
              </a:rPr>
              <a:t>Subject: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35" dirty="0">
                <a:latin typeface="Arial Black"/>
                <a:cs typeface="Arial Black"/>
              </a:rPr>
              <a:t>manages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its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status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list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65" dirty="0">
                <a:latin typeface="Arial Black"/>
                <a:cs typeface="Arial Black"/>
              </a:rPr>
              <a:t>of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observers.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-170" dirty="0">
                <a:solidFill>
                  <a:srgbClr val="B37D8F"/>
                </a:solidFill>
                <a:latin typeface="Arial Black"/>
                <a:cs typeface="Arial Black"/>
              </a:rPr>
              <a:t>Observers:</a:t>
            </a:r>
            <a:r>
              <a:rPr sz="2500" spc="-17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StationScreens,</a:t>
            </a:r>
            <a:r>
              <a:rPr sz="2500" spc="-17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PassengerNotifier,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MobileApp</a:t>
            </a:r>
            <a:r>
              <a:rPr sz="2500" spc="-17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update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17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status</a:t>
            </a:r>
            <a:r>
              <a:rPr sz="2500" spc="-170" dirty="0">
                <a:latin typeface="Arial Black"/>
                <a:cs typeface="Arial Black"/>
              </a:rPr>
              <a:t> </a:t>
            </a:r>
            <a:r>
              <a:rPr sz="2500" spc="-40" dirty="0">
                <a:latin typeface="Arial Black"/>
                <a:cs typeface="Arial Black"/>
              </a:rPr>
              <a:t>changes.</a:t>
            </a:r>
            <a:endParaRPr sz="25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816412" y="0"/>
            <a:ext cx="6024880" cy="1260475"/>
          </a:xfrm>
          <a:custGeom>
            <a:avLst/>
            <a:gdLst/>
            <a:ahLst/>
            <a:cxnLst/>
            <a:rect l="l" t="t" r="r" b="b"/>
            <a:pathLst>
              <a:path w="6024880" h="1260475">
                <a:moveTo>
                  <a:pt x="3921982" y="1182690"/>
                </a:moveTo>
                <a:lnTo>
                  <a:pt x="2102413" y="1182690"/>
                </a:lnTo>
                <a:lnTo>
                  <a:pt x="1586297" y="1030290"/>
                </a:lnTo>
                <a:lnTo>
                  <a:pt x="1544465" y="1004890"/>
                </a:lnTo>
                <a:lnTo>
                  <a:pt x="1461382" y="979490"/>
                </a:lnTo>
                <a:lnTo>
                  <a:pt x="1420135" y="954090"/>
                </a:lnTo>
                <a:lnTo>
                  <a:pt x="1338241" y="928690"/>
                </a:lnTo>
                <a:lnTo>
                  <a:pt x="1297600" y="903290"/>
                </a:lnTo>
                <a:lnTo>
                  <a:pt x="1257165" y="890590"/>
                </a:lnTo>
                <a:lnTo>
                  <a:pt x="1216940" y="865190"/>
                </a:lnTo>
                <a:lnTo>
                  <a:pt x="1176926" y="852490"/>
                </a:lnTo>
                <a:lnTo>
                  <a:pt x="1137126" y="827090"/>
                </a:lnTo>
                <a:lnTo>
                  <a:pt x="1097542" y="814390"/>
                </a:lnTo>
                <a:lnTo>
                  <a:pt x="1019033" y="763590"/>
                </a:lnTo>
                <a:lnTo>
                  <a:pt x="980113" y="750890"/>
                </a:lnTo>
                <a:lnTo>
                  <a:pt x="864715" y="674690"/>
                </a:lnTo>
                <a:lnTo>
                  <a:pt x="826713" y="661990"/>
                </a:lnTo>
                <a:lnTo>
                  <a:pt x="677079" y="560390"/>
                </a:lnTo>
                <a:lnTo>
                  <a:pt x="531365" y="458790"/>
                </a:lnTo>
                <a:lnTo>
                  <a:pt x="424743" y="382590"/>
                </a:lnTo>
                <a:lnTo>
                  <a:pt x="389723" y="344490"/>
                </a:lnTo>
                <a:lnTo>
                  <a:pt x="286255" y="268290"/>
                </a:lnTo>
                <a:lnTo>
                  <a:pt x="252305" y="242890"/>
                </a:lnTo>
                <a:lnTo>
                  <a:pt x="218629" y="204790"/>
                </a:lnTo>
                <a:lnTo>
                  <a:pt x="152107" y="153990"/>
                </a:lnTo>
                <a:lnTo>
                  <a:pt x="119266" y="115890"/>
                </a:lnTo>
                <a:lnTo>
                  <a:pt x="86708" y="90490"/>
                </a:lnTo>
                <a:lnTo>
                  <a:pt x="54436" y="52390"/>
                </a:lnTo>
                <a:lnTo>
                  <a:pt x="22452" y="26990"/>
                </a:lnTo>
                <a:lnTo>
                  <a:pt x="0" y="0"/>
                </a:lnTo>
                <a:lnTo>
                  <a:pt x="6024395" y="0"/>
                </a:lnTo>
                <a:lnTo>
                  <a:pt x="6001942" y="26990"/>
                </a:lnTo>
                <a:lnTo>
                  <a:pt x="5969958" y="52390"/>
                </a:lnTo>
                <a:lnTo>
                  <a:pt x="5937686" y="90490"/>
                </a:lnTo>
                <a:lnTo>
                  <a:pt x="5905128" y="115890"/>
                </a:lnTo>
                <a:lnTo>
                  <a:pt x="5872287" y="153990"/>
                </a:lnTo>
                <a:lnTo>
                  <a:pt x="5805765" y="204790"/>
                </a:lnTo>
                <a:lnTo>
                  <a:pt x="5772089" y="242890"/>
                </a:lnTo>
                <a:lnTo>
                  <a:pt x="5738139" y="268290"/>
                </a:lnTo>
                <a:lnTo>
                  <a:pt x="5634672" y="344490"/>
                </a:lnTo>
                <a:lnTo>
                  <a:pt x="5599651" y="382590"/>
                </a:lnTo>
                <a:lnTo>
                  <a:pt x="5493029" y="458790"/>
                </a:lnTo>
                <a:lnTo>
                  <a:pt x="5347315" y="560390"/>
                </a:lnTo>
                <a:lnTo>
                  <a:pt x="5197682" y="661990"/>
                </a:lnTo>
                <a:lnTo>
                  <a:pt x="5159679" y="674690"/>
                </a:lnTo>
                <a:lnTo>
                  <a:pt x="5044282" y="750890"/>
                </a:lnTo>
                <a:lnTo>
                  <a:pt x="5005361" y="763590"/>
                </a:lnTo>
                <a:lnTo>
                  <a:pt x="4926852" y="814390"/>
                </a:lnTo>
                <a:lnTo>
                  <a:pt x="4887268" y="827090"/>
                </a:lnTo>
                <a:lnTo>
                  <a:pt x="4847468" y="852490"/>
                </a:lnTo>
                <a:lnTo>
                  <a:pt x="4807454" y="865190"/>
                </a:lnTo>
                <a:lnTo>
                  <a:pt x="4767229" y="890590"/>
                </a:lnTo>
                <a:lnTo>
                  <a:pt x="4726794" y="903290"/>
                </a:lnTo>
                <a:lnTo>
                  <a:pt x="4686153" y="928690"/>
                </a:lnTo>
                <a:lnTo>
                  <a:pt x="4604260" y="954090"/>
                </a:lnTo>
                <a:lnTo>
                  <a:pt x="4563012" y="979490"/>
                </a:lnTo>
                <a:lnTo>
                  <a:pt x="4479929" y="1004890"/>
                </a:lnTo>
                <a:lnTo>
                  <a:pt x="4438097" y="1030290"/>
                </a:lnTo>
                <a:lnTo>
                  <a:pt x="3921982" y="1182690"/>
                </a:lnTo>
                <a:close/>
              </a:path>
              <a:path w="6024880" h="1260475">
                <a:moveTo>
                  <a:pt x="3789161" y="1208090"/>
                </a:moveTo>
                <a:lnTo>
                  <a:pt x="2235233" y="1208090"/>
                </a:lnTo>
                <a:lnTo>
                  <a:pt x="2146528" y="1182690"/>
                </a:lnTo>
                <a:lnTo>
                  <a:pt x="3877866" y="1182690"/>
                </a:lnTo>
                <a:lnTo>
                  <a:pt x="3789161" y="1208090"/>
                </a:lnTo>
                <a:close/>
              </a:path>
              <a:path w="6024880" h="1260475">
                <a:moveTo>
                  <a:pt x="3654953" y="1233490"/>
                </a:moveTo>
                <a:lnTo>
                  <a:pt x="2369441" y="1233490"/>
                </a:lnTo>
                <a:lnTo>
                  <a:pt x="2279818" y="1208090"/>
                </a:lnTo>
                <a:lnTo>
                  <a:pt x="3744576" y="1208090"/>
                </a:lnTo>
                <a:lnTo>
                  <a:pt x="3654953" y="1233490"/>
                </a:lnTo>
                <a:close/>
              </a:path>
              <a:path w="6024880" h="1260475">
                <a:moveTo>
                  <a:pt x="3564742" y="1246190"/>
                </a:moveTo>
                <a:lnTo>
                  <a:pt x="2459652" y="1246190"/>
                </a:lnTo>
                <a:lnTo>
                  <a:pt x="2414474" y="1233490"/>
                </a:lnTo>
                <a:lnTo>
                  <a:pt x="3609920" y="1233490"/>
                </a:lnTo>
                <a:lnTo>
                  <a:pt x="3564742" y="1246190"/>
                </a:lnTo>
                <a:close/>
              </a:path>
              <a:path w="6024880" h="1260475">
                <a:moveTo>
                  <a:pt x="3428365" y="1258890"/>
                </a:moveTo>
                <a:lnTo>
                  <a:pt x="2596030" y="1258890"/>
                </a:lnTo>
                <a:lnTo>
                  <a:pt x="2550432" y="1246190"/>
                </a:lnTo>
                <a:lnTo>
                  <a:pt x="3473962" y="1246190"/>
                </a:lnTo>
                <a:lnTo>
                  <a:pt x="3428365" y="1258890"/>
                </a:lnTo>
                <a:close/>
              </a:path>
              <a:path w="6024880" h="1260475">
                <a:moveTo>
                  <a:pt x="3378812" y="1259948"/>
                </a:moveTo>
                <a:lnTo>
                  <a:pt x="2645582" y="1259948"/>
                </a:lnTo>
                <a:lnTo>
                  <a:pt x="2641762" y="1258890"/>
                </a:lnTo>
                <a:lnTo>
                  <a:pt x="3382632" y="1258890"/>
                </a:lnTo>
                <a:lnTo>
                  <a:pt x="3378812" y="1259948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03264" y="8418108"/>
            <a:ext cx="6666865" cy="1869439"/>
          </a:xfrm>
          <a:custGeom>
            <a:avLst/>
            <a:gdLst/>
            <a:ahLst/>
            <a:cxnLst/>
            <a:rect l="l" t="t" r="r" b="b"/>
            <a:pathLst>
              <a:path w="6666865" h="1869440">
                <a:moveTo>
                  <a:pt x="3482391" y="12699"/>
                </a:moveTo>
                <a:lnTo>
                  <a:pt x="3184204" y="12699"/>
                </a:lnTo>
                <a:lnTo>
                  <a:pt x="3233745" y="0"/>
                </a:lnTo>
                <a:lnTo>
                  <a:pt x="3432850" y="0"/>
                </a:lnTo>
                <a:lnTo>
                  <a:pt x="3482391" y="12699"/>
                </a:lnTo>
                <a:close/>
              </a:path>
              <a:path w="6666865" h="1869440">
                <a:moveTo>
                  <a:pt x="3678899" y="25399"/>
                </a:moveTo>
                <a:lnTo>
                  <a:pt x="2987695" y="25399"/>
                </a:lnTo>
                <a:lnTo>
                  <a:pt x="3036566" y="12699"/>
                </a:lnTo>
                <a:lnTo>
                  <a:pt x="3630029" y="12699"/>
                </a:lnTo>
                <a:lnTo>
                  <a:pt x="3678899" y="25399"/>
                </a:lnTo>
                <a:close/>
              </a:path>
              <a:path w="6666865" h="1869440">
                <a:moveTo>
                  <a:pt x="3824432" y="38099"/>
                </a:moveTo>
                <a:lnTo>
                  <a:pt x="2842163" y="38099"/>
                </a:lnTo>
                <a:lnTo>
                  <a:pt x="2890490" y="25399"/>
                </a:lnTo>
                <a:lnTo>
                  <a:pt x="3776105" y="25399"/>
                </a:lnTo>
                <a:lnTo>
                  <a:pt x="3824432" y="38099"/>
                </a:lnTo>
                <a:close/>
              </a:path>
              <a:path w="6666865" h="1869440">
                <a:moveTo>
                  <a:pt x="3920514" y="50799"/>
                </a:moveTo>
                <a:lnTo>
                  <a:pt x="2746081" y="50799"/>
                </a:lnTo>
                <a:lnTo>
                  <a:pt x="2794025" y="38099"/>
                </a:lnTo>
                <a:lnTo>
                  <a:pt x="3872569" y="38099"/>
                </a:lnTo>
                <a:lnTo>
                  <a:pt x="3920514" y="50799"/>
                </a:lnTo>
                <a:close/>
              </a:path>
              <a:path w="6666865" h="1869440">
                <a:moveTo>
                  <a:pt x="4063150" y="76199"/>
                </a:moveTo>
                <a:lnTo>
                  <a:pt x="2603444" y="76199"/>
                </a:lnTo>
                <a:lnTo>
                  <a:pt x="2698333" y="50799"/>
                </a:lnTo>
                <a:lnTo>
                  <a:pt x="3968262" y="50799"/>
                </a:lnTo>
                <a:lnTo>
                  <a:pt x="4063150" y="76199"/>
                </a:lnTo>
                <a:close/>
              </a:path>
              <a:path w="6666865" h="1869440">
                <a:moveTo>
                  <a:pt x="4296652" y="126999"/>
                </a:moveTo>
                <a:lnTo>
                  <a:pt x="2369942" y="126999"/>
                </a:lnTo>
                <a:lnTo>
                  <a:pt x="2556311" y="76199"/>
                </a:lnTo>
                <a:lnTo>
                  <a:pt x="4110284" y="76199"/>
                </a:lnTo>
                <a:lnTo>
                  <a:pt x="4296652" y="126999"/>
                </a:lnTo>
                <a:close/>
              </a:path>
              <a:path w="6666865" h="1869440">
                <a:moveTo>
                  <a:pt x="6666595" y="1868890"/>
                </a:moveTo>
                <a:lnTo>
                  <a:pt x="0" y="1868890"/>
                </a:lnTo>
                <a:lnTo>
                  <a:pt x="8609" y="1854199"/>
                </a:lnTo>
                <a:lnTo>
                  <a:pt x="31424" y="1816099"/>
                </a:lnTo>
                <a:lnTo>
                  <a:pt x="54721" y="1777999"/>
                </a:lnTo>
                <a:lnTo>
                  <a:pt x="78496" y="1739899"/>
                </a:lnTo>
                <a:lnTo>
                  <a:pt x="102745" y="1701799"/>
                </a:lnTo>
                <a:lnTo>
                  <a:pt x="127466" y="1663699"/>
                </a:lnTo>
                <a:lnTo>
                  <a:pt x="152652" y="1625599"/>
                </a:lnTo>
                <a:lnTo>
                  <a:pt x="178302" y="1587499"/>
                </a:lnTo>
                <a:lnTo>
                  <a:pt x="204410" y="1549399"/>
                </a:lnTo>
                <a:lnTo>
                  <a:pt x="230973" y="1523999"/>
                </a:lnTo>
                <a:lnTo>
                  <a:pt x="257987" y="1485899"/>
                </a:lnTo>
                <a:lnTo>
                  <a:pt x="285448" y="1447799"/>
                </a:lnTo>
                <a:lnTo>
                  <a:pt x="313353" y="1409699"/>
                </a:lnTo>
                <a:lnTo>
                  <a:pt x="341696" y="1384299"/>
                </a:lnTo>
                <a:lnTo>
                  <a:pt x="370475" y="1346199"/>
                </a:lnTo>
                <a:lnTo>
                  <a:pt x="399685" y="1308099"/>
                </a:lnTo>
                <a:lnTo>
                  <a:pt x="429323" y="1282699"/>
                </a:lnTo>
                <a:lnTo>
                  <a:pt x="459385" y="1244599"/>
                </a:lnTo>
                <a:lnTo>
                  <a:pt x="489866" y="1206499"/>
                </a:lnTo>
                <a:lnTo>
                  <a:pt x="520763" y="1181099"/>
                </a:lnTo>
                <a:lnTo>
                  <a:pt x="552072" y="1142999"/>
                </a:lnTo>
                <a:lnTo>
                  <a:pt x="583788" y="1117599"/>
                </a:lnTo>
                <a:lnTo>
                  <a:pt x="615909" y="1079499"/>
                </a:lnTo>
                <a:lnTo>
                  <a:pt x="648430" y="1054099"/>
                </a:lnTo>
                <a:lnTo>
                  <a:pt x="681348" y="1015999"/>
                </a:lnTo>
                <a:lnTo>
                  <a:pt x="748356" y="965199"/>
                </a:lnTo>
                <a:lnTo>
                  <a:pt x="782438" y="927099"/>
                </a:lnTo>
                <a:lnTo>
                  <a:pt x="851742" y="876299"/>
                </a:lnTo>
                <a:lnTo>
                  <a:pt x="886955" y="850899"/>
                </a:lnTo>
                <a:lnTo>
                  <a:pt x="922536" y="812799"/>
                </a:lnTo>
                <a:lnTo>
                  <a:pt x="994791" y="761999"/>
                </a:lnTo>
                <a:lnTo>
                  <a:pt x="1105842" y="685799"/>
                </a:lnTo>
                <a:lnTo>
                  <a:pt x="1220002" y="609599"/>
                </a:lnTo>
                <a:lnTo>
                  <a:pt x="1337166" y="533399"/>
                </a:lnTo>
                <a:lnTo>
                  <a:pt x="1376869" y="520699"/>
                </a:lnTo>
                <a:lnTo>
                  <a:pt x="1497874" y="444499"/>
                </a:lnTo>
                <a:lnTo>
                  <a:pt x="1538826" y="431799"/>
                </a:lnTo>
                <a:lnTo>
                  <a:pt x="1580082" y="406399"/>
                </a:lnTo>
                <a:lnTo>
                  <a:pt x="1621635" y="393699"/>
                </a:lnTo>
                <a:lnTo>
                  <a:pt x="1705623" y="342899"/>
                </a:lnTo>
                <a:lnTo>
                  <a:pt x="1790758" y="317499"/>
                </a:lnTo>
                <a:lnTo>
                  <a:pt x="1833746" y="292099"/>
                </a:lnTo>
                <a:lnTo>
                  <a:pt x="1920543" y="266699"/>
                </a:lnTo>
                <a:lnTo>
                  <a:pt x="1964345" y="241299"/>
                </a:lnTo>
                <a:lnTo>
                  <a:pt x="2142146" y="190499"/>
                </a:lnTo>
                <a:lnTo>
                  <a:pt x="2187225" y="165099"/>
                </a:lnTo>
                <a:lnTo>
                  <a:pt x="2323911" y="126999"/>
                </a:lnTo>
                <a:lnTo>
                  <a:pt x="4342684" y="126999"/>
                </a:lnTo>
                <a:lnTo>
                  <a:pt x="4479369" y="165099"/>
                </a:lnTo>
                <a:lnTo>
                  <a:pt x="4524449" y="190499"/>
                </a:lnTo>
                <a:lnTo>
                  <a:pt x="4702250" y="241299"/>
                </a:lnTo>
                <a:lnTo>
                  <a:pt x="4746051" y="266699"/>
                </a:lnTo>
                <a:lnTo>
                  <a:pt x="4832849" y="292099"/>
                </a:lnTo>
                <a:lnTo>
                  <a:pt x="4875837" y="317499"/>
                </a:lnTo>
                <a:lnTo>
                  <a:pt x="4960972" y="342899"/>
                </a:lnTo>
                <a:lnTo>
                  <a:pt x="5044959" y="393699"/>
                </a:lnTo>
                <a:lnTo>
                  <a:pt x="5086513" y="406399"/>
                </a:lnTo>
                <a:lnTo>
                  <a:pt x="5127768" y="431799"/>
                </a:lnTo>
                <a:lnTo>
                  <a:pt x="5168721" y="444499"/>
                </a:lnTo>
                <a:lnTo>
                  <a:pt x="5289725" y="520699"/>
                </a:lnTo>
                <a:lnTo>
                  <a:pt x="5329429" y="533399"/>
                </a:lnTo>
                <a:lnTo>
                  <a:pt x="5446593" y="609599"/>
                </a:lnTo>
                <a:lnTo>
                  <a:pt x="5560753" y="685799"/>
                </a:lnTo>
                <a:lnTo>
                  <a:pt x="5671804" y="761999"/>
                </a:lnTo>
                <a:lnTo>
                  <a:pt x="5744058" y="812799"/>
                </a:lnTo>
                <a:lnTo>
                  <a:pt x="5779640" y="850899"/>
                </a:lnTo>
                <a:lnTo>
                  <a:pt x="5814853" y="876299"/>
                </a:lnTo>
                <a:lnTo>
                  <a:pt x="5884156" y="927099"/>
                </a:lnTo>
                <a:lnTo>
                  <a:pt x="5918239" y="965199"/>
                </a:lnTo>
                <a:lnTo>
                  <a:pt x="5985247" y="1015999"/>
                </a:lnTo>
                <a:lnTo>
                  <a:pt x="6018164" y="1054099"/>
                </a:lnTo>
                <a:lnTo>
                  <a:pt x="6050685" y="1079499"/>
                </a:lnTo>
                <a:lnTo>
                  <a:pt x="6082806" y="1117599"/>
                </a:lnTo>
                <a:lnTo>
                  <a:pt x="6114523" y="1142999"/>
                </a:lnTo>
                <a:lnTo>
                  <a:pt x="6145832" y="1181099"/>
                </a:lnTo>
                <a:lnTo>
                  <a:pt x="6176729" y="1206499"/>
                </a:lnTo>
                <a:lnTo>
                  <a:pt x="6207210" y="1244599"/>
                </a:lnTo>
                <a:lnTo>
                  <a:pt x="6237272" y="1282699"/>
                </a:lnTo>
                <a:lnTo>
                  <a:pt x="6266909" y="1308099"/>
                </a:lnTo>
                <a:lnTo>
                  <a:pt x="6296120" y="1346199"/>
                </a:lnTo>
                <a:lnTo>
                  <a:pt x="6324899" y="1384299"/>
                </a:lnTo>
                <a:lnTo>
                  <a:pt x="6353242" y="1409699"/>
                </a:lnTo>
                <a:lnTo>
                  <a:pt x="6381146" y="1447799"/>
                </a:lnTo>
                <a:lnTo>
                  <a:pt x="6408608" y="1485899"/>
                </a:lnTo>
                <a:lnTo>
                  <a:pt x="6435622" y="1523999"/>
                </a:lnTo>
                <a:lnTo>
                  <a:pt x="6462185" y="1549399"/>
                </a:lnTo>
                <a:lnTo>
                  <a:pt x="6488293" y="1587499"/>
                </a:lnTo>
                <a:lnTo>
                  <a:pt x="6513942" y="1625599"/>
                </a:lnTo>
                <a:lnTo>
                  <a:pt x="6539129" y="1663699"/>
                </a:lnTo>
                <a:lnTo>
                  <a:pt x="6563849" y="1701799"/>
                </a:lnTo>
                <a:lnTo>
                  <a:pt x="6588099" y="1739899"/>
                </a:lnTo>
                <a:lnTo>
                  <a:pt x="6611874" y="1777999"/>
                </a:lnTo>
                <a:lnTo>
                  <a:pt x="6635171" y="1816099"/>
                </a:lnTo>
                <a:lnTo>
                  <a:pt x="6657986" y="1854199"/>
                </a:lnTo>
                <a:lnTo>
                  <a:pt x="6666595" y="1868890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9058" y="5872421"/>
            <a:ext cx="5213206" cy="4263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261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235" dirty="0"/>
              <a:t> </a:t>
            </a:r>
            <a:r>
              <a:rPr spc="70" dirty="0"/>
              <a:t>Case</a:t>
            </a:r>
            <a:r>
              <a:rPr spc="240" dirty="0"/>
              <a:t> </a:t>
            </a:r>
            <a:r>
              <a:rPr spc="-10" dirty="0"/>
              <a:t>Scenario: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309" y="1626596"/>
            <a:ext cx="14077950" cy="453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4" dirty="0">
                <a:solidFill>
                  <a:srgbClr val="B37D8F"/>
                </a:solidFill>
                <a:latin typeface="Arial Black"/>
                <a:cs typeface="Arial Black"/>
              </a:rPr>
              <a:t>Use</a:t>
            </a:r>
            <a:r>
              <a:rPr sz="2600" spc="-229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600" spc="-265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600" spc="-22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600" spc="-204" dirty="0">
                <a:solidFill>
                  <a:srgbClr val="B37D8F"/>
                </a:solidFill>
                <a:latin typeface="Arial Black"/>
                <a:cs typeface="Arial Black"/>
              </a:rPr>
              <a:t>Name:</a:t>
            </a:r>
            <a:r>
              <a:rPr sz="2600" spc="-22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600" spc="-185" dirty="0">
                <a:latin typeface="Arial Black"/>
                <a:cs typeface="Arial Black"/>
              </a:rPr>
              <a:t>Reflect</a:t>
            </a:r>
            <a:r>
              <a:rPr sz="2600" spc="-225" dirty="0">
                <a:latin typeface="Arial Black"/>
                <a:cs typeface="Arial Black"/>
              </a:rPr>
              <a:t> Bus </a:t>
            </a:r>
            <a:r>
              <a:rPr sz="2600" spc="-200" dirty="0">
                <a:latin typeface="Arial Black"/>
                <a:cs typeface="Arial Black"/>
              </a:rPr>
              <a:t>Status</a:t>
            </a:r>
            <a:r>
              <a:rPr sz="2600" spc="-229" dirty="0">
                <a:latin typeface="Arial Black"/>
                <a:cs typeface="Arial Black"/>
              </a:rPr>
              <a:t> </a:t>
            </a:r>
            <a:r>
              <a:rPr sz="2600" spc="-220" dirty="0">
                <a:latin typeface="Arial Black"/>
                <a:cs typeface="Arial Black"/>
              </a:rPr>
              <a:t>Change</a:t>
            </a:r>
            <a:r>
              <a:rPr sz="2600" spc="-225" dirty="0">
                <a:latin typeface="Arial Black"/>
                <a:cs typeface="Arial Black"/>
              </a:rPr>
              <a:t> </a:t>
            </a:r>
            <a:r>
              <a:rPr sz="2600" spc="-125" dirty="0">
                <a:latin typeface="Arial Black"/>
                <a:cs typeface="Arial Black"/>
              </a:rPr>
              <a:t>on</a:t>
            </a:r>
            <a:r>
              <a:rPr sz="2600" spc="-225" dirty="0">
                <a:latin typeface="Arial Black"/>
                <a:cs typeface="Arial Black"/>
              </a:rPr>
              <a:t> </a:t>
            </a:r>
            <a:r>
              <a:rPr sz="2600" spc="-25" dirty="0">
                <a:latin typeface="Arial Black"/>
                <a:cs typeface="Arial Black"/>
              </a:rPr>
              <a:t>UI</a:t>
            </a:r>
            <a:endParaRPr sz="2600">
              <a:latin typeface="Arial Black"/>
              <a:cs typeface="Arial Black"/>
            </a:endParaRPr>
          </a:p>
          <a:p>
            <a:pPr marL="12700" marR="7752715">
              <a:lnSpc>
                <a:spcPct val="230799"/>
              </a:lnSpc>
            </a:pPr>
            <a:r>
              <a:rPr sz="2600" spc="-185" dirty="0">
                <a:solidFill>
                  <a:srgbClr val="B37D8F"/>
                </a:solidFill>
                <a:latin typeface="Arial Black"/>
                <a:cs typeface="Arial Black"/>
              </a:rPr>
              <a:t>Actors:</a:t>
            </a:r>
            <a:r>
              <a:rPr sz="2600" spc="-22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600" spc="-254" dirty="0">
                <a:latin typeface="Arial Black"/>
                <a:cs typeface="Arial Black"/>
              </a:rPr>
              <a:t>Passenger,</a:t>
            </a:r>
            <a:r>
              <a:rPr sz="2600" spc="-225" dirty="0">
                <a:latin typeface="Arial Black"/>
                <a:cs typeface="Arial Black"/>
              </a:rPr>
              <a:t> Bus </a:t>
            </a:r>
            <a:r>
              <a:rPr sz="2600" spc="-254" dirty="0">
                <a:latin typeface="Arial Black"/>
                <a:cs typeface="Arial Black"/>
              </a:rPr>
              <a:t>Tracking</a:t>
            </a:r>
            <a:r>
              <a:rPr sz="2600" spc="-225" dirty="0">
                <a:latin typeface="Arial Black"/>
                <a:cs typeface="Arial Black"/>
              </a:rPr>
              <a:t> </a:t>
            </a:r>
            <a:r>
              <a:rPr sz="2600" spc="-150" dirty="0">
                <a:latin typeface="Arial Black"/>
                <a:cs typeface="Arial Black"/>
              </a:rPr>
              <a:t>System </a:t>
            </a:r>
            <a:r>
              <a:rPr sz="2600" spc="-155" dirty="0">
                <a:solidFill>
                  <a:srgbClr val="B37D8F"/>
                </a:solidFill>
                <a:latin typeface="Arial Black"/>
                <a:cs typeface="Arial Black"/>
              </a:rPr>
              <a:t>Main</a:t>
            </a:r>
            <a:r>
              <a:rPr sz="2600" spc="-22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600" spc="-20" dirty="0">
                <a:solidFill>
                  <a:srgbClr val="B37D8F"/>
                </a:solidFill>
                <a:latin typeface="Arial Black"/>
                <a:cs typeface="Arial Black"/>
              </a:rPr>
              <a:t>Flow:</a:t>
            </a:r>
            <a:endParaRPr sz="2600">
              <a:latin typeface="Arial Black"/>
              <a:cs typeface="Arial Black"/>
            </a:endParaRPr>
          </a:p>
          <a:p>
            <a:pPr marL="12700" marR="6431280">
              <a:lnSpc>
                <a:spcPct val="115399"/>
              </a:lnSpc>
            </a:pPr>
            <a:r>
              <a:rPr sz="2600" spc="-225" dirty="0">
                <a:latin typeface="Arial Black"/>
                <a:cs typeface="Arial Black"/>
              </a:rPr>
              <a:t>Bus</a:t>
            </a:r>
            <a:r>
              <a:rPr sz="2600" spc="-220" dirty="0">
                <a:latin typeface="Arial Black"/>
                <a:cs typeface="Arial Black"/>
              </a:rPr>
              <a:t> </a:t>
            </a:r>
            <a:r>
              <a:rPr sz="2600" spc="-204" dirty="0">
                <a:latin typeface="Arial Black"/>
                <a:cs typeface="Arial Black"/>
              </a:rPr>
              <a:t>status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245" dirty="0">
                <a:latin typeface="Arial Black"/>
                <a:cs typeface="Arial Black"/>
              </a:rPr>
              <a:t>changes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90" dirty="0">
                <a:latin typeface="Arial Black"/>
                <a:cs typeface="Arial Black"/>
              </a:rPr>
              <a:t>(e.g.,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55" dirty="0">
                <a:latin typeface="Arial Black"/>
                <a:cs typeface="Arial Black"/>
              </a:rPr>
              <a:t>"Arrived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90" dirty="0">
                <a:latin typeface="Arial Black"/>
                <a:cs typeface="Arial Black"/>
              </a:rPr>
              <a:t>at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60" dirty="0">
                <a:latin typeface="Arial Black"/>
                <a:cs typeface="Arial Black"/>
              </a:rPr>
              <a:t>Station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80" dirty="0">
                <a:latin typeface="Arial Black"/>
                <a:cs typeface="Arial Black"/>
              </a:rPr>
              <a:t>A"). </a:t>
            </a:r>
            <a:r>
              <a:rPr sz="2600" spc="-225" dirty="0">
                <a:latin typeface="Arial Black"/>
                <a:cs typeface="Arial Black"/>
              </a:rPr>
              <a:t>Bus</a:t>
            </a:r>
            <a:r>
              <a:rPr sz="2600" spc="-220" dirty="0">
                <a:latin typeface="Arial Black"/>
                <a:cs typeface="Arial Black"/>
              </a:rPr>
              <a:t> </a:t>
            </a:r>
            <a:r>
              <a:rPr sz="2600" spc="-145" dirty="0">
                <a:latin typeface="Arial Black"/>
                <a:cs typeface="Arial Black"/>
              </a:rPr>
              <a:t>notifies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45" dirty="0">
                <a:latin typeface="Arial Black"/>
                <a:cs typeface="Arial Black"/>
              </a:rPr>
              <a:t>all</a:t>
            </a:r>
            <a:r>
              <a:rPr sz="2600" spc="-220" dirty="0">
                <a:latin typeface="Arial Black"/>
                <a:cs typeface="Arial Black"/>
              </a:rPr>
              <a:t> </a:t>
            </a:r>
            <a:r>
              <a:rPr sz="2600" spc="-60" dirty="0">
                <a:latin typeface="Arial Black"/>
                <a:cs typeface="Arial Black"/>
              </a:rPr>
              <a:t>observers.</a:t>
            </a:r>
            <a:endParaRPr sz="2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600" spc="-160" dirty="0">
                <a:latin typeface="Arial Black"/>
                <a:cs typeface="Arial Black"/>
              </a:rPr>
              <a:t>Station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235" dirty="0">
                <a:latin typeface="Arial Black"/>
                <a:cs typeface="Arial Black"/>
              </a:rPr>
              <a:t>screens</a:t>
            </a:r>
            <a:r>
              <a:rPr sz="2600" spc="-204" dirty="0">
                <a:latin typeface="Arial Black"/>
                <a:cs typeface="Arial Black"/>
              </a:rPr>
              <a:t> </a:t>
            </a:r>
            <a:r>
              <a:rPr sz="2600" spc="-165" dirty="0">
                <a:latin typeface="Arial Black"/>
                <a:cs typeface="Arial Black"/>
              </a:rPr>
              <a:t>update,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155" dirty="0">
                <a:latin typeface="Arial Black"/>
                <a:cs typeface="Arial Black"/>
              </a:rPr>
              <a:t>notifications</a:t>
            </a:r>
            <a:r>
              <a:rPr sz="2600" spc="-204" dirty="0">
                <a:latin typeface="Arial Black"/>
                <a:cs typeface="Arial Black"/>
              </a:rPr>
              <a:t> </a:t>
            </a:r>
            <a:r>
              <a:rPr sz="2600" spc="-210" dirty="0">
                <a:latin typeface="Arial Black"/>
                <a:cs typeface="Arial Black"/>
              </a:rPr>
              <a:t>are </a:t>
            </a:r>
            <a:r>
              <a:rPr sz="2600" spc="-190" dirty="0">
                <a:latin typeface="Arial Black"/>
                <a:cs typeface="Arial Black"/>
              </a:rPr>
              <a:t>sent</a:t>
            </a:r>
            <a:r>
              <a:rPr sz="2600" spc="-204" dirty="0">
                <a:latin typeface="Arial Black"/>
                <a:cs typeface="Arial Black"/>
              </a:rPr>
              <a:t> </a:t>
            </a:r>
            <a:r>
              <a:rPr sz="2600" spc="-114" dirty="0">
                <a:latin typeface="Arial Black"/>
                <a:cs typeface="Arial Black"/>
              </a:rPr>
              <a:t>to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225" dirty="0">
                <a:latin typeface="Arial Black"/>
                <a:cs typeface="Arial Black"/>
              </a:rPr>
              <a:t>passengers,</a:t>
            </a:r>
            <a:r>
              <a:rPr sz="2600" spc="-204" dirty="0">
                <a:latin typeface="Arial Black"/>
                <a:cs typeface="Arial Black"/>
              </a:rPr>
              <a:t> </a:t>
            </a:r>
            <a:r>
              <a:rPr sz="2600" spc="-150" dirty="0">
                <a:latin typeface="Arial Black"/>
                <a:cs typeface="Arial Black"/>
              </a:rPr>
              <a:t>app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200" dirty="0">
                <a:latin typeface="Arial Black"/>
                <a:cs typeface="Arial Black"/>
              </a:rPr>
              <a:t>UI</a:t>
            </a:r>
            <a:r>
              <a:rPr sz="2600" spc="-204" dirty="0">
                <a:latin typeface="Arial Black"/>
                <a:cs typeface="Arial Black"/>
              </a:rPr>
              <a:t> </a:t>
            </a:r>
            <a:r>
              <a:rPr sz="2600" spc="-170" dirty="0">
                <a:latin typeface="Arial Black"/>
                <a:cs typeface="Arial Black"/>
              </a:rPr>
              <a:t>reflects</a:t>
            </a:r>
            <a:r>
              <a:rPr sz="2600" spc="-204" dirty="0">
                <a:latin typeface="Arial Black"/>
                <a:cs typeface="Arial Black"/>
              </a:rPr>
              <a:t> </a:t>
            </a:r>
            <a:r>
              <a:rPr sz="2600" spc="-254" dirty="0">
                <a:latin typeface="Arial Black"/>
                <a:cs typeface="Arial Black"/>
              </a:rPr>
              <a:t>new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55" dirty="0">
                <a:latin typeface="Arial Black"/>
                <a:cs typeface="Arial Black"/>
              </a:rPr>
              <a:t>status.</a:t>
            </a:r>
            <a:endParaRPr sz="2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2600" spc="-155" dirty="0">
                <a:solidFill>
                  <a:srgbClr val="B37D8F"/>
                </a:solidFill>
                <a:latin typeface="Arial Black"/>
                <a:cs typeface="Arial Black"/>
              </a:rPr>
              <a:t>Postcondition:</a:t>
            </a:r>
            <a:r>
              <a:rPr sz="26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600" spc="-250" dirty="0">
                <a:latin typeface="Arial Black"/>
                <a:cs typeface="Arial Black"/>
              </a:rPr>
              <a:t>Passengers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160" dirty="0">
                <a:latin typeface="Arial Black"/>
                <a:cs typeface="Arial Black"/>
              </a:rPr>
              <a:t>and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65" dirty="0">
                <a:latin typeface="Arial Black"/>
                <a:cs typeface="Arial Black"/>
              </a:rPr>
              <a:t>station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175" dirty="0">
                <a:latin typeface="Arial Black"/>
                <a:cs typeface="Arial Black"/>
              </a:rPr>
              <a:t>displays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250" dirty="0">
                <a:latin typeface="Arial Black"/>
                <a:cs typeface="Arial Black"/>
              </a:rPr>
              <a:t>always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250" dirty="0">
                <a:latin typeface="Arial Black"/>
                <a:cs typeface="Arial Black"/>
              </a:rPr>
              <a:t>show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145" dirty="0">
                <a:latin typeface="Arial Black"/>
                <a:cs typeface="Arial Black"/>
              </a:rPr>
              <a:t>the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85" dirty="0">
                <a:latin typeface="Arial Black"/>
                <a:cs typeface="Arial Black"/>
              </a:rPr>
              <a:t>latest</a:t>
            </a:r>
            <a:r>
              <a:rPr sz="2600" spc="-210" dirty="0">
                <a:latin typeface="Arial Black"/>
                <a:cs typeface="Arial Black"/>
              </a:rPr>
              <a:t> </a:t>
            </a:r>
            <a:r>
              <a:rPr sz="2600" spc="-175" dirty="0">
                <a:latin typeface="Arial Black"/>
                <a:cs typeface="Arial Black"/>
              </a:rPr>
              <a:t>bus</a:t>
            </a:r>
            <a:r>
              <a:rPr sz="2600" spc="-215" dirty="0">
                <a:latin typeface="Arial Black"/>
                <a:cs typeface="Arial Black"/>
              </a:rPr>
              <a:t> </a:t>
            </a:r>
            <a:r>
              <a:rPr sz="2600" spc="-10" dirty="0">
                <a:latin typeface="Arial Black"/>
                <a:cs typeface="Arial Black"/>
              </a:rPr>
              <a:t>status.</a:t>
            </a:r>
            <a:endParaRPr sz="26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478491"/>
            <a:ext cx="18287997" cy="2461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946" y="758967"/>
            <a:ext cx="15354297" cy="7000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01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75" dirty="0"/>
              <a:t> </a:t>
            </a:r>
            <a:r>
              <a:rPr spc="-20" dirty="0"/>
              <a:t>Case: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380" y="1126043"/>
            <a:ext cx="10605135" cy="434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70" dirty="0">
                <a:solidFill>
                  <a:srgbClr val="B37D8F"/>
                </a:solidFill>
                <a:latin typeface="Arial Black"/>
                <a:cs typeface="Arial Black"/>
              </a:rPr>
              <a:t>Test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50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35" dirty="0">
                <a:solidFill>
                  <a:srgbClr val="B37D8F"/>
                </a:solidFill>
                <a:latin typeface="Arial Black"/>
                <a:cs typeface="Arial Black"/>
              </a:rPr>
              <a:t>ID: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TC-</a:t>
            </a:r>
            <a:r>
              <a:rPr sz="2500" spc="-140" dirty="0">
                <a:latin typeface="Arial Black"/>
                <a:cs typeface="Arial Black"/>
              </a:rPr>
              <a:t>OBS-</a:t>
            </a:r>
            <a:r>
              <a:rPr sz="2500" spc="-25" dirty="0">
                <a:latin typeface="Arial Black"/>
                <a:cs typeface="Arial Black"/>
              </a:rPr>
              <a:t>01</a:t>
            </a:r>
            <a:endParaRPr sz="2500">
              <a:latin typeface="Arial Black"/>
              <a:cs typeface="Arial Black"/>
            </a:endParaRPr>
          </a:p>
          <a:p>
            <a:pPr marL="12700" marR="1323975">
              <a:lnSpc>
                <a:spcPct val="229999"/>
              </a:lnSpc>
            </a:pPr>
            <a:r>
              <a:rPr sz="2500" spc="-180" dirty="0">
                <a:solidFill>
                  <a:srgbClr val="B37D8F"/>
                </a:solidFill>
                <a:latin typeface="Arial Black"/>
                <a:cs typeface="Arial Black"/>
              </a:rPr>
              <a:t>Scenario</a:t>
            </a:r>
            <a:r>
              <a:rPr sz="2500" spc="-180" dirty="0">
                <a:latin typeface="Arial Black"/>
                <a:cs typeface="Arial Black"/>
              </a:rPr>
              <a:t>: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Verify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observers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update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when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status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changes. </a:t>
            </a:r>
            <a:r>
              <a:rPr sz="2500" spc="-25" dirty="0">
                <a:solidFill>
                  <a:srgbClr val="B37D8F"/>
                </a:solidFill>
                <a:latin typeface="Arial Black"/>
                <a:cs typeface="Arial Black"/>
              </a:rPr>
              <a:t>Steps:</a:t>
            </a:r>
            <a:endParaRPr sz="2500">
              <a:latin typeface="Arial Black"/>
              <a:cs typeface="Arial Black"/>
            </a:endParaRPr>
          </a:p>
          <a:p>
            <a:pPr marL="260350" indent="-260350">
              <a:lnSpc>
                <a:spcPct val="100000"/>
              </a:lnSpc>
              <a:spcBef>
                <a:spcPts val="450"/>
              </a:spcBef>
              <a:buSzPct val="74000"/>
              <a:buAutoNum type="arabicPeriod"/>
              <a:tabLst>
                <a:tab pos="260350" algn="l"/>
              </a:tabLst>
            </a:pPr>
            <a:r>
              <a:rPr sz="2500" spc="-204" dirty="0">
                <a:latin typeface="Arial Black"/>
                <a:cs typeface="Arial Black"/>
              </a:rPr>
              <a:t>Change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status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60" dirty="0">
                <a:latin typeface="Arial Black"/>
                <a:cs typeface="Arial Black"/>
              </a:rPr>
              <a:t>"Delayed".</a:t>
            </a:r>
            <a:endParaRPr sz="2500">
              <a:latin typeface="Arial Black"/>
              <a:cs typeface="Arial Black"/>
            </a:endParaRPr>
          </a:p>
          <a:p>
            <a:pPr marL="247650" indent="-247650">
              <a:lnSpc>
                <a:spcPct val="100000"/>
              </a:lnSpc>
              <a:spcBef>
                <a:spcPts val="450"/>
              </a:spcBef>
              <a:buSzPct val="74000"/>
              <a:buAutoNum type="arabicPeriod"/>
              <a:tabLst>
                <a:tab pos="247650" algn="l"/>
              </a:tabLst>
            </a:pPr>
            <a:r>
              <a:rPr sz="2500" spc="-220" dirty="0">
                <a:latin typeface="Arial Black"/>
                <a:cs typeface="Arial Black"/>
              </a:rPr>
              <a:t>Trigger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90" dirty="0">
                <a:latin typeface="Arial Black"/>
                <a:cs typeface="Arial Black"/>
              </a:rPr>
              <a:t>notify()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from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Bus.</a:t>
            </a:r>
            <a:endParaRPr sz="2500">
              <a:latin typeface="Arial Black"/>
              <a:cs typeface="Arial Black"/>
            </a:endParaRPr>
          </a:p>
          <a:p>
            <a:pPr marL="266065" indent="-253365">
              <a:lnSpc>
                <a:spcPct val="100000"/>
              </a:lnSpc>
              <a:spcBef>
                <a:spcPts val="450"/>
              </a:spcBef>
              <a:buSzPct val="74000"/>
              <a:buAutoNum type="arabicPeriod"/>
              <a:tabLst>
                <a:tab pos="266065" algn="l"/>
              </a:tabLst>
            </a:pPr>
            <a:r>
              <a:rPr sz="2500" spc="-235" dirty="0">
                <a:latin typeface="Arial Black"/>
                <a:cs typeface="Arial Black"/>
              </a:rPr>
              <a:t>Check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updates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StationScreen,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PassengerNotifier,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MobileApp.</a:t>
            </a:r>
            <a:endParaRPr sz="25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-204" dirty="0">
                <a:solidFill>
                  <a:srgbClr val="B37D8F"/>
                </a:solidFill>
                <a:latin typeface="Arial Black"/>
                <a:cs typeface="Arial Black"/>
              </a:rPr>
              <a:t>Expected</a:t>
            </a:r>
            <a:r>
              <a:rPr sz="2500" spc="-19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85" dirty="0">
                <a:solidFill>
                  <a:srgbClr val="B37D8F"/>
                </a:solidFill>
                <a:latin typeface="Arial Black"/>
                <a:cs typeface="Arial Black"/>
              </a:rPr>
              <a:t>Result: </a:t>
            </a:r>
            <a:r>
              <a:rPr sz="2500" spc="-130" dirty="0">
                <a:latin typeface="Arial Black"/>
                <a:cs typeface="Arial Black"/>
              </a:rPr>
              <a:t>All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observers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immediately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reflect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"Delayed"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90" dirty="0">
                <a:latin typeface="Arial Black"/>
                <a:cs typeface="Arial Black"/>
              </a:rPr>
              <a:t>status</a:t>
            </a:r>
            <a:r>
              <a:rPr sz="2500" spc="-90" dirty="0">
                <a:latin typeface="Georgia"/>
                <a:cs typeface="Georgia"/>
              </a:rPr>
              <a:t>.</a:t>
            </a:r>
            <a:endParaRPr sz="25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5543372" y="304957"/>
            <a:ext cx="2745105" cy="6871334"/>
          </a:xfrm>
          <a:custGeom>
            <a:avLst/>
            <a:gdLst/>
            <a:ahLst/>
            <a:cxnLst/>
            <a:rect l="l" t="t" r="r" b="b"/>
            <a:pathLst>
              <a:path w="2745105" h="6871334">
                <a:moveTo>
                  <a:pt x="2744627" y="6871032"/>
                </a:moveTo>
                <a:lnTo>
                  <a:pt x="2472087" y="6795224"/>
                </a:lnTo>
                <a:lnTo>
                  <a:pt x="2428022" y="6782524"/>
                </a:lnTo>
                <a:lnTo>
                  <a:pt x="2384220" y="6757124"/>
                </a:lnTo>
                <a:lnTo>
                  <a:pt x="2297423" y="6731724"/>
                </a:lnTo>
                <a:lnTo>
                  <a:pt x="2254435" y="6706324"/>
                </a:lnTo>
                <a:lnTo>
                  <a:pt x="2211726" y="6693624"/>
                </a:lnTo>
                <a:lnTo>
                  <a:pt x="2169300" y="6668224"/>
                </a:lnTo>
                <a:lnTo>
                  <a:pt x="2127161" y="6655524"/>
                </a:lnTo>
                <a:lnTo>
                  <a:pt x="2085313" y="6630124"/>
                </a:lnTo>
                <a:lnTo>
                  <a:pt x="2043759" y="6617424"/>
                </a:lnTo>
                <a:lnTo>
                  <a:pt x="1961551" y="6566624"/>
                </a:lnTo>
                <a:lnTo>
                  <a:pt x="1920905" y="6553924"/>
                </a:lnTo>
                <a:lnTo>
                  <a:pt x="1800843" y="6477724"/>
                </a:lnTo>
                <a:lnTo>
                  <a:pt x="1761461" y="6465024"/>
                </a:lnTo>
                <a:lnTo>
                  <a:pt x="1645287" y="6388824"/>
                </a:lnTo>
                <a:lnTo>
                  <a:pt x="1532152" y="6312624"/>
                </a:lnTo>
                <a:lnTo>
                  <a:pt x="1422160" y="6236424"/>
                </a:lnTo>
                <a:lnTo>
                  <a:pt x="1386214" y="6198324"/>
                </a:lnTo>
                <a:lnTo>
                  <a:pt x="1280579" y="6122124"/>
                </a:lnTo>
                <a:lnTo>
                  <a:pt x="1246116" y="6084024"/>
                </a:lnTo>
                <a:lnTo>
                  <a:pt x="1178335" y="6033224"/>
                </a:lnTo>
                <a:lnTo>
                  <a:pt x="1145025" y="5995124"/>
                </a:lnTo>
                <a:lnTo>
                  <a:pt x="1079587" y="5944324"/>
                </a:lnTo>
                <a:lnTo>
                  <a:pt x="1047466" y="5906224"/>
                </a:lnTo>
                <a:lnTo>
                  <a:pt x="1015749" y="5880824"/>
                </a:lnTo>
                <a:lnTo>
                  <a:pt x="984440" y="5842724"/>
                </a:lnTo>
                <a:lnTo>
                  <a:pt x="953543" y="5817324"/>
                </a:lnTo>
                <a:lnTo>
                  <a:pt x="893000" y="5741124"/>
                </a:lnTo>
                <a:lnTo>
                  <a:pt x="863363" y="5715724"/>
                </a:lnTo>
                <a:lnTo>
                  <a:pt x="805373" y="5639524"/>
                </a:lnTo>
                <a:lnTo>
                  <a:pt x="777030" y="5614124"/>
                </a:lnTo>
                <a:lnTo>
                  <a:pt x="721664" y="5537924"/>
                </a:lnTo>
                <a:lnTo>
                  <a:pt x="668087" y="5461724"/>
                </a:lnTo>
                <a:lnTo>
                  <a:pt x="641979" y="5436324"/>
                </a:lnTo>
                <a:lnTo>
                  <a:pt x="591143" y="5360124"/>
                </a:lnTo>
                <a:lnTo>
                  <a:pt x="542173" y="5283924"/>
                </a:lnTo>
                <a:lnTo>
                  <a:pt x="495101" y="5207724"/>
                </a:lnTo>
                <a:lnTo>
                  <a:pt x="449958" y="5131524"/>
                </a:lnTo>
                <a:lnTo>
                  <a:pt x="406775" y="5055324"/>
                </a:lnTo>
                <a:lnTo>
                  <a:pt x="365584" y="4979124"/>
                </a:lnTo>
                <a:lnTo>
                  <a:pt x="345744" y="4928324"/>
                </a:lnTo>
                <a:lnTo>
                  <a:pt x="307599" y="4852124"/>
                </a:lnTo>
                <a:lnTo>
                  <a:pt x="271523" y="4775924"/>
                </a:lnTo>
                <a:lnTo>
                  <a:pt x="254271" y="4725124"/>
                </a:lnTo>
                <a:lnTo>
                  <a:pt x="221358" y="4648924"/>
                </a:lnTo>
                <a:lnTo>
                  <a:pt x="205705" y="4610824"/>
                </a:lnTo>
                <a:lnTo>
                  <a:pt x="190593" y="4560024"/>
                </a:lnTo>
                <a:lnTo>
                  <a:pt x="162007" y="4483824"/>
                </a:lnTo>
                <a:lnTo>
                  <a:pt x="148541" y="4433024"/>
                </a:lnTo>
                <a:lnTo>
                  <a:pt x="135631" y="4394924"/>
                </a:lnTo>
                <a:lnTo>
                  <a:pt x="123282" y="4344124"/>
                </a:lnTo>
                <a:lnTo>
                  <a:pt x="111497" y="4306024"/>
                </a:lnTo>
                <a:lnTo>
                  <a:pt x="100280" y="4255224"/>
                </a:lnTo>
                <a:lnTo>
                  <a:pt x="79567" y="4179024"/>
                </a:lnTo>
                <a:lnTo>
                  <a:pt x="70079" y="4128224"/>
                </a:lnTo>
                <a:lnTo>
                  <a:pt x="61174" y="4090124"/>
                </a:lnTo>
                <a:lnTo>
                  <a:pt x="52857" y="4039324"/>
                </a:lnTo>
                <a:lnTo>
                  <a:pt x="45132" y="3988524"/>
                </a:lnTo>
                <a:lnTo>
                  <a:pt x="38002" y="3950424"/>
                </a:lnTo>
                <a:lnTo>
                  <a:pt x="31471" y="3899624"/>
                </a:lnTo>
                <a:lnTo>
                  <a:pt x="25545" y="3861524"/>
                </a:lnTo>
                <a:lnTo>
                  <a:pt x="20225" y="3810724"/>
                </a:lnTo>
                <a:lnTo>
                  <a:pt x="15516" y="3772624"/>
                </a:lnTo>
                <a:lnTo>
                  <a:pt x="11423" y="3721824"/>
                </a:lnTo>
                <a:lnTo>
                  <a:pt x="5098" y="3632924"/>
                </a:lnTo>
                <a:lnTo>
                  <a:pt x="2873" y="3582124"/>
                </a:lnTo>
                <a:lnTo>
                  <a:pt x="320" y="3493224"/>
                </a:lnTo>
                <a:lnTo>
                  <a:pt x="0" y="3442424"/>
                </a:lnTo>
                <a:lnTo>
                  <a:pt x="320" y="3391624"/>
                </a:lnTo>
                <a:lnTo>
                  <a:pt x="2873" y="3302724"/>
                </a:lnTo>
                <a:lnTo>
                  <a:pt x="5098" y="3251924"/>
                </a:lnTo>
                <a:lnTo>
                  <a:pt x="11423" y="3163024"/>
                </a:lnTo>
                <a:lnTo>
                  <a:pt x="15516" y="3112224"/>
                </a:lnTo>
                <a:lnTo>
                  <a:pt x="20225" y="3074124"/>
                </a:lnTo>
                <a:lnTo>
                  <a:pt x="25545" y="3023324"/>
                </a:lnTo>
                <a:lnTo>
                  <a:pt x="31471" y="2985224"/>
                </a:lnTo>
                <a:lnTo>
                  <a:pt x="38002" y="2934424"/>
                </a:lnTo>
                <a:lnTo>
                  <a:pt x="45132" y="2883624"/>
                </a:lnTo>
                <a:lnTo>
                  <a:pt x="52857" y="2845524"/>
                </a:lnTo>
                <a:lnTo>
                  <a:pt x="61174" y="2794724"/>
                </a:lnTo>
                <a:lnTo>
                  <a:pt x="70079" y="2756624"/>
                </a:lnTo>
                <a:lnTo>
                  <a:pt x="79567" y="2705824"/>
                </a:lnTo>
                <a:lnTo>
                  <a:pt x="89636" y="2667724"/>
                </a:lnTo>
                <a:lnTo>
                  <a:pt x="100280" y="2616924"/>
                </a:lnTo>
                <a:lnTo>
                  <a:pt x="123282" y="2540724"/>
                </a:lnTo>
                <a:lnTo>
                  <a:pt x="135631" y="2489924"/>
                </a:lnTo>
                <a:lnTo>
                  <a:pt x="148541" y="2451824"/>
                </a:lnTo>
                <a:lnTo>
                  <a:pt x="162007" y="2401024"/>
                </a:lnTo>
                <a:lnTo>
                  <a:pt x="190593" y="2324824"/>
                </a:lnTo>
                <a:lnTo>
                  <a:pt x="205705" y="2274024"/>
                </a:lnTo>
                <a:lnTo>
                  <a:pt x="237548" y="2197824"/>
                </a:lnTo>
                <a:lnTo>
                  <a:pt x="254271" y="2147024"/>
                </a:lnTo>
                <a:lnTo>
                  <a:pt x="289300" y="2070824"/>
                </a:lnTo>
                <a:lnTo>
                  <a:pt x="326415" y="1994624"/>
                </a:lnTo>
                <a:lnTo>
                  <a:pt x="345744" y="1943824"/>
                </a:lnTo>
                <a:lnTo>
                  <a:pt x="385928" y="1867624"/>
                </a:lnTo>
                <a:lnTo>
                  <a:pt x="428119" y="1791424"/>
                </a:lnTo>
                <a:lnTo>
                  <a:pt x="472286" y="1715224"/>
                </a:lnTo>
                <a:lnTo>
                  <a:pt x="518398" y="1639024"/>
                </a:lnTo>
                <a:lnTo>
                  <a:pt x="566423" y="1562824"/>
                </a:lnTo>
                <a:lnTo>
                  <a:pt x="616330" y="1486624"/>
                </a:lnTo>
                <a:lnTo>
                  <a:pt x="668087" y="1410424"/>
                </a:lnTo>
                <a:lnTo>
                  <a:pt x="694650" y="1385024"/>
                </a:lnTo>
                <a:lnTo>
                  <a:pt x="749126" y="1308824"/>
                </a:lnTo>
                <a:lnTo>
                  <a:pt x="777030" y="1270724"/>
                </a:lnTo>
                <a:lnTo>
                  <a:pt x="805373" y="1245324"/>
                </a:lnTo>
                <a:lnTo>
                  <a:pt x="863363" y="1169124"/>
                </a:lnTo>
                <a:lnTo>
                  <a:pt x="893000" y="1143724"/>
                </a:lnTo>
                <a:lnTo>
                  <a:pt x="953543" y="1067524"/>
                </a:lnTo>
                <a:lnTo>
                  <a:pt x="984440" y="1042124"/>
                </a:lnTo>
                <a:lnTo>
                  <a:pt x="1015749" y="1004024"/>
                </a:lnTo>
                <a:lnTo>
                  <a:pt x="1047466" y="978624"/>
                </a:lnTo>
                <a:lnTo>
                  <a:pt x="1079587" y="940524"/>
                </a:lnTo>
                <a:lnTo>
                  <a:pt x="1112108" y="915124"/>
                </a:lnTo>
                <a:lnTo>
                  <a:pt x="1145025" y="877024"/>
                </a:lnTo>
                <a:lnTo>
                  <a:pt x="1212033" y="826224"/>
                </a:lnTo>
                <a:lnTo>
                  <a:pt x="1246116" y="788124"/>
                </a:lnTo>
                <a:lnTo>
                  <a:pt x="1350632" y="711924"/>
                </a:lnTo>
                <a:lnTo>
                  <a:pt x="1386214" y="673824"/>
                </a:lnTo>
                <a:lnTo>
                  <a:pt x="1458468" y="623024"/>
                </a:lnTo>
                <a:lnTo>
                  <a:pt x="1569519" y="546824"/>
                </a:lnTo>
                <a:lnTo>
                  <a:pt x="1683679" y="470624"/>
                </a:lnTo>
                <a:lnTo>
                  <a:pt x="1800843" y="394424"/>
                </a:lnTo>
                <a:lnTo>
                  <a:pt x="1840547" y="381724"/>
                </a:lnTo>
                <a:lnTo>
                  <a:pt x="1961551" y="305524"/>
                </a:lnTo>
                <a:lnTo>
                  <a:pt x="2002504" y="292824"/>
                </a:lnTo>
                <a:lnTo>
                  <a:pt x="2043759" y="267424"/>
                </a:lnTo>
                <a:lnTo>
                  <a:pt x="2085313" y="254724"/>
                </a:lnTo>
                <a:lnTo>
                  <a:pt x="2169300" y="203924"/>
                </a:lnTo>
                <a:lnTo>
                  <a:pt x="2254435" y="178524"/>
                </a:lnTo>
                <a:lnTo>
                  <a:pt x="2297423" y="153124"/>
                </a:lnTo>
                <a:lnTo>
                  <a:pt x="2384220" y="127724"/>
                </a:lnTo>
                <a:lnTo>
                  <a:pt x="2428022" y="102324"/>
                </a:lnTo>
                <a:lnTo>
                  <a:pt x="2605823" y="51524"/>
                </a:lnTo>
                <a:lnTo>
                  <a:pt x="2650902" y="26124"/>
                </a:lnTo>
                <a:lnTo>
                  <a:pt x="2744627" y="0"/>
                </a:lnTo>
                <a:lnTo>
                  <a:pt x="2744627" y="6871032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4360" y="7756175"/>
            <a:ext cx="7263765" cy="2531110"/>
          </a:xfrm>
          <a:custGeom>
            <a:avLst/>
            <a:gdLst/>
            <a:ahLst/>
            <a:cxnLst/>
            <a:rect l="l" t="t" r="r" b="b"/>
            <a:pathLst>
              <a:path w="7263765" h="2531109">
                <a:moveTo>
                  <a:pt x="3780685" y="12699"/>
                </a:moveTo>
                <a:lnTo>
                  <a:pt x="3482498" y="12699"/>
                </a:lnTo>
                <a:lnTo>
                  <a:pt x="3532039" y="0"/>
                </a:lnTo>
                <a:lnTo>
                  <a:pt x="3731144" y="0"/>
                </a:lnTo>
                <a:lnTo>
                  <a:pt x="3780685" y="12699"/>
                </a:lnTo>
                <a:close/>
              </a:path>
              <a:path w="7263765" h="2531109">
                <a:moveTo>
                  <a:pt x="3977193" y="25399"/>
                </a:moveTo>
                <a:lnTo>
                  <a:pt x="3285989" y="25399"/>
                </a:lnTo>
                <a:lnTo>
                  <a:pt x="3334860" y="12699"/>
                </a:lnTo>
                <a:lnTo>
                  <a:pt x="3928323" y="12699"/>
                </a:lnTo>
                <a:lnTo>
                  <a:pt x="3977193" y="25399"/>
                </a:lnTo>
                <a:close/>
              </a:path>
              <a:path w="7263765" h="2531109">
                <a:moveTo>
                  <a:pt x="4122726" y="38099"/>
                </a:moveTo>
                <a:lnTo>
                  <a:pt x="3140457" y="38099"/>
                </a:lnTo>
                <a:lnTo>
                  <a:pt x="3188784" y="25399"/>
                </a:lnTo>
                <a:lnTo>
                  <a:pt x="4074399" y="25399"/>
                </a:lnTo>
                <a:lnTo>
                  <a:pt x="4122726" y="38099"/>
                </a:lnTo>
                <a:close/>
              </a:path>
              <a:path w="7263765" h="2531109">
                <a:moveTo>
                  <a:pt x="4218808" y="50799"/>
                </a:moveTo>
                <a:lnTo>
                  <a:pt x="3044375" y="50799"/>
                </a:lnTo>
                <a:lnTo>
                  <a:pt x="3092319" y="38099"/>
                </a:lnTo>
                <a:lnTo>
                  <a:pt x="4170863" y="38099"/>
                </a:lnTo>
                <a:lnTo>
                  <a:pt x="4218808" y="50799"/>
                </a:lnTo>
                <a:close/>
              </a:path>
              <a:path w="7263765" h="2531109">
                <a:moveTo>
                  <a:pt x="4361444" y="76199"/>
                </a:moveTo>
                <a:lnTo>
                  <a:pt x="2901738" y="76199"/>
                </a:lnTo>
                <a:lnTo>
                  <a:pt x="2996627" y="50799"/>
                </a:lnTo>
                <a:lnTo>
                  <a:pt x="4266556" y="50799"/>
                </a:lnTo>
                <a:lnTo>
                  <a:pt x="4361444" y="76199"/>
                </a:lnTo>
                <a:close/>
              </a:path>
              <a:path w="7263765" h="2531109">
                <a:moveTo>
                  <a:pt x="4594946" y="126999"/>
                </a:moveTo>
                <a:lnTo>
                  <a:pt x="2668236" y="126999"/>
                </a:lnTo>
                <a:lnTo>
                  <a:pt x="2854605" y="76199"/>
                </a:lnTo>
                <a:lnTo>
                  <a:pt x="4408578" y="76199"/>
                </a:lnTo>
                <a:lnTo>
                  <a:pt x="4594946" y="126999"/>
                </a:lnTo>
                <a:close/>
              </a:path>
              <a:path w="7263765" h="2531109">
                <a:moveTo>
                  <a:pt x="7263183" y="2530824"/>
                </a:moveTo>
                <a:lnTo>
                  <a:pt x="0" y="2530824"/>
                </a:lnTo>
                <a:lnTo>
                  <a:pt x="10642" y="2501899"/>
                </a:lnTo>
                <a:lnTo>
                  <a:pt x="25209" y="2463799"/>
                </a:lnTo>
                <a:lnTo>
                  <a:pt x="40321" y="2412999"/>
                </a:lnTo>
                <a:lnTo>
                  <a:pt x="55974" y="2374899"/>
                </a:lnTo>
                <a:lnTo>
                  <a:pt x="72164" y="2336799"/>
                </a:lnTo>
                <a:lnTo>
                  <a:pt x="88887" y="2285999"/>
                </a:lnTo>
                <a:lnTo>
                  <a:pt x="106139" y="2247899"/>
                </a:lnTo>
                <a:lnTo>
                  <a:pt x="123917" y="2209799"/>
                </a:lnTo>
                <a:lnTo>
                  <a:pt x="142215" y="2171699"/>
                </a:lnTo>
                <a:lnTo>
                  <a:pt x="161031" y="2133599"/>
                </a:lnTo>
                <a:lnTo>
                  <a:pt x="180361" y="2082799"/>
                </a:lnTo>
                <a:lnTo>
                  <a:pt x="200200" y="2044699"/>
                </a:lnTo>
                <a:lnTo>
                  <a:pt x="220545" y="2006599"/>
                </a:lnTo>
                <a:lnTo>
                  <a:pt x="241391" y="1968499"/>
                </a:lnTo>
                <a:lnTo>
                  <a:pt x="262736" y="1930399"/>
                </a:lnTo>
                <a:lnTo>
                  <a:pt x="284574" y="1892299"/>
                </a:lnTo>
                <a:lnTo>
                  <a:pt x="306903" y="1854199"/>
                </a:lnTo>
                <a:lnTo>
                  <a:pt x="329718" y="1816099"/>
                </a:lnTo>
                <a:lnTo>
                  <a:pt x="353014" y="1777999"/>
                </a:lnTo>
                <a:lnTo>
                  <a:pt x="376790" y="1739899"/>
                </a:lnTo>
                <a:lnTo>
                  <a:pt x="401039" y="1701799"/>
                </a:lnTo>
                <a:lnTo>
                  <a:pt x="425759" y="1663699"/>
                </a:lnTo>
                <a:lnTo>
                  <a:pt x="450946" y="1625599"/>
                </a:lnTo>
                <a:lnTo>
                  <a:pt x="476595" y="1587499"/>
                </a:lnTo>
                <a:lnTo>
                  <a:pt x="502704" y="1549399"/>
                </a:lnTo>
                <a:lnTo>
                  <a:pt x="529267" y="1523999"/>
                </a:lnTo>
                <a:lnTo>
                  <a:pt x="556281" y="1485899"/>
                </a:lnTo>
                <a:lnTo>
                  <a:pt x="583742" y="1447799"/>
                </a:lnTo>
                <a:lnTo>
                  <a:pt x="611646" y="1409699"/>
                </a:lnTo>
                <a:lnTo>
                  <a:pt x="639990" y="1384299"/>
                </a:lnTo>
                <a:lnTo>
                  <a:pt x="668769" y="1346199"/>
                </a:lnTo>
                <a:lnTo>
                  <a:pt x="697979" y="1308099"/>
                </a:lnTo>
                <a:lnTo>
                  <a:pt x="727617" y="1282699"/>
                </a:lnTo>
                <a:lnTo>
                  <a:pt x="757678" y="1244599"/>
                </a:lnTo>
                <a:lnTo>
                  <a:pt x="788160" y="1206499"/>
                </a:lnTo>
                <a:lnTo>
                  <a:pt x="819057" y="1181099"/>
                </a:lnTo>
                <a:lnTo>
                  <a:pt x="850365" y="1142999"/>
                </a:lnTo>
                <a:lnTo>
                  <a:pt x="882082" y="1117599"/>
                </a:lnTo>
                <a:lnTo>
                  <a:pt x="914203" y="1079499"/>
                </a:lnTo>
                <a:lnTo>
                  <a:pt x="946724" y="1054099"/>
                </a:lnTo>
                <a:lnTo>
                  <a:pt x="979642" y="1015999"/>
                </a:lnTo>
                <a:lnTo>
                  <a:pt x="1046649" y="965199"/>
                </a:lnTo>
                <a:lnTo>
                  <a:pt x="1080732" y="927099"/>
                </a:lnTo>
                <a:lnTo>
                  <a:pt x="1150036" y="876299"/>
                </a:lnTo>
                <a:lnTo>
                  <a:pt x="1185248" y="850899"/>
                </a:lnTo>
                <a:lnTo>
                  <a:pt x="1220830" y="812799"/>
                </a:lnTo>
                <a:lnTo>
                  <a:pt x="1293085" y="761999"/>
                </a:lnTo>
                <a:lnTo>
                  <a:pt x="1404136" y="685799"/>
                </a:lnTo>
                <a:lnTo>
                  <a:pt x="1518296" y="609599"/>
                </a:lnTo>
                <a:lnTo>
                  <a:pt x="1635459" y="533399"/>
                </a:lnTo>
                <a:lnTo>
                  <a:pt x="1675163" y="520699"/>
                </a:lnTo>
                <a:lnTo>
                  <a:pt x="1796168" y="444499"/>
                </a:lnTo>
                <a:lnTo>
                  <a:pt x="1837120" y="431799"/>
                </a:lnTo>
                <a:lnTo>
                  <a:pt x="1878376" y="406399"/>
                </a:lnTo>
                <a:lnTo>
                  <a:pt x="1919929" y="393699"/>
                </a:lnTo>
                <a:lnTo>
                  <a:pt x="2003917" y="342899"/>
                </a:lnTo>
                <a:lnTo>
                  <a:pt x="2089052" y="317499"/>
                </a:lnTo>
                <a:lnTo>
                  <a:pt x="2132040" y="292099"/>
                </a:lnTo>
                <a:lnTo>
                  <a:pt x="2218837" y="266699"/>
                </a:lnTo>
                <a:lnTo>
                  <a:pt x="2262639" y="241299"/>
                </a:lnTo>
                <a:lnTo>
                  <a:pt x="2440440" y="190499"/>
                </a:lnTo>
                <a:lnTo>
                  <a:pt x="2485519" y="165099"/>
                </a:lnTo>
                <a:lnTo>
                  <a:pt x="2622205" y="126999"/>
                </a:lnTo>
                <a:lnTo>
                  <a:pt x="4640978" y="126999"/>
                </a:lnTo>
                <a:lnTo>
                  <a:pt x="4777663" y="165099"/>
                </a:lnTo>
                <a:lnTo>
                  <a:pt x="4822743" y="190499"/>
                </a:lnTo>
                <a:lnTo>
                  <a:pt x="5000544" y="241299"/>
                </a:lnTo>
                <a:lnTo>
                  <a:pt x="5044345" y="266699"/>
                </a:lnTo>
                <a:lnTo>
                  <a:pt x="5131143" y="292099"/>
                </a:lnTo>
                <a:lnTo>
                  <a:pt x="5174131" y="317499"/>
                </a:lnTo>
                <a:lnTo>
                  <a:pt x="5259266" y="342899"/>
                </a:lnTo>
                <a:lnTo>
                  <a:pt x="5343253" y="393699"/>
                </a:lnTo>
                <a:lnTo>
                  <a:pt x="5384807" y="406399"/>
                </a:lnTo>
                <a:lnTo>
                  <a:pt x="5426062" y="431799"/>
                </a:lnTo>
                <a:lnTo>
                  <a:pt x="5467015" y="444499"/>
                </a:lnTo>
                <a:lnTo>
                  <a:pt x="5588019" y="520699"/>
                </a:lnTo>
                <a:lnTo>
                  <a:pt x="5627723" y="533399"/>
                </a:lnTo>
                <a:lnTo>
                  <a:pt x="5744887" y="609599"/>
                </a:lnTo>
                <a:lnTo>
                  <a:pt x="5859047" y="685799"/>
                </a:lnTo>
                <a:lnTo>
                  <a:pt x="5970098" y="761999"/>
                </a:lnTo>
                <a:lnTo>
                  <a:pt x="6042352" y="812799"/>
                </a:lnTo>
                <a:lnTo>
                  <a:pt x="6077934" y="850899"/>
                </a:lnTo>
                <a:lnTo>
                  <a:pt x="6113147" y="876299"/>
                </a:lnTo>
                <a:lnTo>
                  <a:pt x="6182450" y="927099"/>
                </a:lnTo>
                <a:lnTo>
                  <a:pt x="6216533" y="965199"/>
                </a:lnTo>
                <a:lnTo>
                  <a:pt x="6283541" y="1015999"/>
                </a:lnTo>
                <a:lnTo>
                  <a:pt x="6316458" y="1054099"/>
                </a:lnTo>
                <a:lnTo>
                  <a:pt x="6348979" y="1079499"/>
                </a:lnTo>
                <a:lnTo>
                  <a:pt x="6381100" y="1117599"/>
                </a:lnTo>
                <a:lnTo>
                  <a:pt x="6412817" y="1142999"/>
                </a:lnTo>
                <a:lnTo>
                  <a:pt x="6444126" y="1181099"/>
                </a:lnTo>
                <a:lnTo>
                  <a:pt x="6475023" y="1206499"/>
                </a:lnTo>
                <a:lnTo>
                  <a:pt x="6505504" y="1244599"/>
                </a:lnTo>
                <a:lnTo>
                  <a:pt x="6535565" y="1282699"/>
                </a:lnTo>
                <a:lnTo>
                  <a:pt x="6565203" y="1308099"/>
                </a:lnTo>
                <a:lnTo>
                  <a:pt x="6594414" y="1346199"/>
                </a:lnTo>
                <a:lnTo>
                  <a:pt x="6623193" y="1384299"/>
                </a:lnTo>
                <a:lnTo>
                  <a:pt x="6651536" y="1409699"/>
                </a:lnTo>
                <a:lnTo>
                  <a:pt x="6679440" y="1447799"/>
                </a:lnTo>
                <a:lnTo>
                  <a:pt x="6706902" y="1485899"/>
                </a:lnTo>
                <a:lnTo>
                  <a:pt x="6733916" y="1523999"/>
                </a:lnTo>
                <a:lnTo>
                  <a:pt x="6760479" y="1549399"/>
                </a:lnTo>
                <a:lnTo>
                  <a:pt x="6786587" y="1587499"/>
                </a:lnTo>
                <a:lnTo>
                  <a:pt x="6812236" y="1625599"/>
                </a:lnTo>
                <a:lnTo>
                  <a:pt x="6837423" y="1663699"/>
                </a:lnTo>
                <a:lnTo>
                  <a:pt x="6862143" y="1701799"/>
                </a:lnTo>
                <a:lnTo>
                  <a:pt x="6886393" y="1739899"/>
                </a:lnTo>
                <a:lnTo>
                  <a:pt x="6910168" y="1777999"/>
                </a:lnTo>
                <a:lnTo>
                  <a:pt x="6933465" y="1816099"/>
                </a:lnTo>
                <a:lnTo>
                  <a:pt x="6956280" y="1854199"/>
                </a:lnTo>
                <a:lnTo>
                  <a:pt x="6978608" y="1892299"/>
                </a:lnTo>
                <a:lnTo>
                  <a:pt x="7000446" y="1930399"/>
                </a:lnTo>
                <a:lnTo>
                  <a:pt x="7021791" y="1968499"/>
                </a:lnTo>
                <a:lnTo>
                  <a:pt x="7042638" y="2006599"/>
                </a:lnTo>
                <a:lnTo>
                  <a:pt x="7062982" y="2044699"/>
                </a:lnTo>
                <a:lnTo>
                  <a:pt x="7082822" y="2082799"/>
                </a:lnTo>
                <a:lnTo>
                  <a:pt x="7102151" y="2133599"/>
                </a:lnTo>
                <a:lnTo>
                  <a:pt x="7120967" y="2171699"/>
                </a:lnTo>
                <a:lnTo>
                  <a:pt x="7139266" y="2209799"/>
                </a:lnTo>
                <a:lnTo>
                  <a:pt x="7157043" y="2247899"/>
                </a:lnTo>
                <a:lnTo>
                  <a:pt x="7174295" y="2285999"/>
                </a:lnTo>
                <a:lnTo>
                  <a:pt x="7191018" y="2336799"/>
                </a:lnTo>
                <a:lnTo>
                  <a:pt x="7207208" y="2374899"/>
                </a:lnTo>
                <a:lnTo>
                  <a:pt x="7222861" y="2412999"/>
                </a:lnTo>
                <a:lnTo>
                  <a:pt x="7237973" y="2463799"/>
                </a:lnTo>
                <a:lnTo>
                  <a:pt x="7252541" y="2501899"/>
                </a:lnTo>
                <a:lnTo>
                  <a:pt x="7263183" y="2530824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279" y="5464755"/>
            <a:ext cx="6131452" cy="3986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293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Encapsulating</a:t>
            </a:r>
            <a:r>
              <a:rPr spc="215" dirty="0"/>
              <a:t> </a:t>
            </a:r>
            <a:r>
              <a:rPr spc="70" dirty="0"/>
              <a:t>Bus</a:t>
            </a:r>
            <a:r>
              <a:rPr spc="215" dirty="0"/>
              <a:t> </a:t>
            </a:r>
            <a:r>
              <a:rPr dirty="0"/>
              <a:t>Operations</a:t>
            </a:r>
            <a:r>
              <a:rPr spc="220" dirty="0"/>
              <a:t> </a:t>
            </a:r>
            <a:r>
              <a:rPr spc="140" dirty="0"/>
              <a:t>with</a:t>
            </a:r>
            <a:r>
              <a:rPr spc="215" dirty="0"/>
              <a:t> </a:t>
            </a:r>
            <a:r>
              <a:rPr dirty="0"/>
              <a:t>Undo</a:t>
            </a:r>
            <a:r>
              <a:rPr spc="215" dirty="0"/>
              <a:t> </a:t>
            </a:r>
            <a:r>
              <a:rPr spc="45" dirty="0"/>
              <a:t>Support</a:t>
            </a:r>
            <a:r>
              <a:rPr spc="225" dirty="0"/>
              <a:t> </a:t>
            </a:r>
            <a:r>
              <a:rPr spc="-40" dirty="0"/>
              <a:t>(Problem</a:t>
            </a:r>
            <a:r>
              <a:rPr spc="215" dirty="0"/>
              <a:t> </a:t>
            </a:r>
            <a:r>
              <a:rPr spc="-25" dirty="0"/>
              <a:t>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0398" y="1388108"/>
            <a:ext cx="16337280" cy="17780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550"/>
              </a:spcBef>
            </a:pPr>
            <a:r>
              <a:rPr sz="2500" spc="-70" dirty="0">
                <a:solidFill>
                  <a:srgbClr val="B37D8F"/>
                </a:solidFill>
                <a:latin typeface="Arial Black"/>
                <a:cs typeface="Arial Black"/>
              </a:rPr>
              <a:t>Scenario:</a:t>
            </a:r>
            <a:endParaRPr sz="2500" dirty="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</a:pPr>
            <a:r>
              <a:rPr lang="en-US" sz="2500" spc="-235" dirty="0">
                <a:latin typeface="Arial Black"/>
                <a:cs typeface="Arial Black"/>
              </a:rPr>
              <a:t>Admins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can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send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multiple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commands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system,</a:t>
            </a:r>
            <a:r>
              <a:rPr sz="2500" spc="-210" dirty="0">
                <a:latin typeface="Arial Black"/>
                <a:cs typeface="Arial Black"/>
              </a:rPr>
              <a:t> such </a:t>
            </a:r>
            <a:r>
              <a:rPr sz="2500" spc="-275" dirty="0">
                <a:latin typeface="Arial Black"/>
                <a:cs typeface="Arial Black"/>
              </a:rPr>
              <a:t>as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“Add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line”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or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“Change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65" dirty="0">
                <a:latin typeface="Arial Black"/>
                <a:cs typeface="Arial Black"/>
              </a:rPr>
              <a:t>route.” </a:t>
            </a:r>
            <a:r>
              <a:rPr sz="2500" spc="-185" dirty="0">
                <a:latin typeface="Arial Black"/>
                <a:cs typeface="Arial Black"/>
              </a:rPr>
              <a:t>Sometimes,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passenger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needs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undo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these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commands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(e.g.,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canceling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request).</a:t>
            </a: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system </a:t>
            </a:r>
            <a:r>
              <a:rPr sz="2500" spc="-140" dirty="0">
                <a:latin typeface="Arial Black"/>
                <a:cs typeface="Arial Black"/>
              </a:rPr>
              <a:t>supports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storing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commands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with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ability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undo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them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using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Command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Pattern.</a:t>
            </a:r>
            <a:endParaRPr sz="2500" dirty="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647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235" dirty="0"/>
              <a:t> </a:t>
            </a:r>
            <a:r>
              <a:rPr spc="70" dirty="0"/>
              <a:t>Case</a:t>
            </a:r>
            <a:r>
              <a:rPr spc="240" dirty="0"/>
              <a:t> </a:t>
            </a:r>
            <a:r>
              <a:rPr spc="-10" dirty="0"/>
              <a:t>Scenario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pc="-245" dirty="0">
                <a:solidFill>
                  <a:srgbClr val="B37D8F"/>
                </a:solidFill>
              </a:rPr>
              <a:t>Use</a:t>
            </a:r>
            <a:r>
              <a:rPr spc="-215" dirty="0">
                <a:solidFill>
                  <a:srgbClr val="B37D8F"/>
                </a:solidFill>
              </a:rPr>
              <a:t> </a:t>
            </a:r>
            <a:r>
              <a:rPr spc="-250" dirty="0">
                <a:solidFill>
                  <a:srgbClr val="B37D8F"/>
                </a:solidFill>
              </a:rPr>
              <a:t>Case</a:t>
            </a:r>
            <a:r>
              <a:rPr spc="-210" dirty="0">
                <a:solidFill>
                  <a:srgbClr val="B37D8F"/>
                </a:solidFill>
              </a:rPr>
              <a:t> </a:t>
            </a:r>
            <a:r>
              <a:rPr spc="-195" dirty="0">
                <a:solidFill>
                  <a:srgbClr val="B37D8F"/>
                </a:solidFill>
              </a:rPr>
              <a:t>Name:</a:t>
            </a:r>
            <a:r>
              <a:rPr spc="-210" dirty="0">
                <a:solidFill>
                  <a:srgbClr val="B37D8F"/>
                </a:solidFill>
              </a:rPr>
              <a:t> </a:t>
            </a:r>
            <a:r>
              <a:rPr spc="-235" dirty="0"/>
              <a:t>Execute</a:t>
            </a:r>
            <a:r>
              <a:rPr spc="-215" dirty="0"/>
              <a:t> </a:t>
            </a:r>
            <a:r>
              <a:rPr spc="-145" dirty="0"/>
              <a:t>and</a:t>
            </a:r>
            <a:r>
              <a:rPr spc="-210" dirty="0"/>
              <a:t> </a:t>
            </a:r>
            <a:r>
              <a:rPr spc="-125" dirty="0"/>
              <a:t>Undo</a:t>
            </a:r>
            <a:r>
              <a:rPr spc="-215" dirty="0"/>
              <a:t> </a:t>
            </a:r>
            <a:r>
              <a:rPr spc="-220" dirty="0"/>
              <a:t>Bus</a:t>
            </a:r>
            <a:r>
              <a:rPr spc="-210" dirty="0"/>
              <a:t> </a:t>
            </a:r>
            <a:r>
              <a:rPr spc="-30" dirty="0"/>
              <a:t>Commands</a:t>
            </a:r>
          </a:p>
          <a:p>
            <a:pPr marL="12700" marR="8041640" algn="just">
              <a:lnSpc>
                <a:spcPct val="229999"/>
              </a:lnSpc>
            </a:pPr>
            <a:r>
              <a:rPr spc="-210" dirty="0">
                <a:solidFill>
                  <a:srgbClr val="B37D8F"/>
                </a:solidFill>
              </a:rPr>
              <a:t>Actors:</a:t>
            </a:r>
            <a:r>
              <a:rPr dirty="0">
                <a:solidFill>
                  <a:srgbClr val="B37D8F"/>
                </a:solidFill>
              </a:rPr>
              <a:t> </a:t>
            </a:r>
            <a:r>
              <a:rPr lang="en-US" spc="-270" dirty="0"/>
              <a:t>Admins </a:t>
            </a:r>
            <a:r>
              <a:rPr spc="-270" dirty="0"/>
              <a:t>,</a:t>
            </a:r>
            <a:r>
              <a:rPr spc="100" dirty="0"/>
              <a:t> </a:t>
            </a:r>
            <a:r>
              <a:rPr spc="-450" dirty="0"/>
              <a:t>BRT</a:t>
            </a:r>
            <a:r>
              <a:rPr spc="240" dirty="0"/>
              <a:t> </a:t>
            </a:r>
            <a:r>
              <a:rPr spc="-120" dirty="0"/>
              <a:t>Application </a:t>
            </a:r>
            <a:r>
              <a:rPr spc="-145" dirty="0">
                <a:solidFill>
                  <a:srgbClr val="B37D8F"/>
                </a:solidFill>
              </a:rPr>
              <a:t>Main</a:t>
            </a:r>
            <a:r>
              <a:rPr spc="-215" dirty="0">
                <a:solidFill>
                  <a:srgbClr val="B37D8F"/>
                </a:solidFill>
              </a:rPr>
              <a:t> </a:t>
            </a:r>
            <a:r>
              <a:rPr spc="-20" dirty="0">
                <a:solidFill>
                  <a:srgbClr val="B37D8F"/>
                </a:solidFill>
              </a:rPr>
              <a:t>Flow:</a:t>
            </a:r>
          </a:p>
          <a:p>
            <a:pPr marL="12700" marR="957580" algn="just">
              <a:lnSpc>
                <a:spcPct val="114999"/>
              </a:lnSpc>
            </a:pPr>
            <a:r>
              <a:rPr spc="-215" dirty="0"/>
              <a:t>The</a:t>
            </a:r>
            <a:r>
              <a:rPr spc="-245" dirty="0"/>
              <a:t> </a:t>
            </a:r>
            <a:r>
              <a:rPr lang="en-US" spc="-200" dirty="0"/>
              <a:t>Admins</a:t>
            </a:r>
            <a:r>
              <a:rPr spc="-245" dirty="0"/>
              <a:t> </a:t>
            </a:r>
            <a:r>
              <a:rPr spc="-170" dirty="0"/>
              <a:t>requests</a:t>
            </a:r>
            <a:r>
              <a:rPr spc="-245" dirty="0"/>
              <a:t> </a:t>
            </a:r>
            <a:r>
              <a:rPr spc="-95" dirty="0"/>
              <a:t>to</a:t>
            </a:r>
            <a:r>
              <a:rPr spc="-245" dirty="0"/>
              <a:t> </a:t>
            </a:r>
            <a:r>
              <a:rPr spc="-120" dirty="0"/>
              <a:t>add</a:t>
            </a:r>
            <a:r>
              <a:rPr spc="-245" dirty="0"/>
              <a:t> </a:t>
            </a:r>
            <a:r>
              <a:rPr spc="-250" dirty="0"/>
              <a:t>a</a:t>
            </a:r>
            <a:r>
              <a:rPr spc="-245" dirty="0"/>
              <a:t> </a:t>
            </a:r>
            <a:r>
              <a:rPr spc="-240" dirty="0"/>
              <a:t>new</a:t>
            </a:r>
            <a:r>
              <a:rPr spc="-245" dirty="0"/>
              <a:t> </a:t>
            </a:r>
            <a:r>
              <a:rPr spc="-165" dirty="0"/>
              <a:t>bus</a:t>
            </a:r>
            <a:r>
              <a:rPr spc="-245" dirty="0"/>
              <a:t> </a:t>
            </a:r>
            <a:r>
              <a:rPr spc="-95" dirty="0"/>
              <a:t>to</a:t>
            </a:r>
            <a:r>
              <a:rPr spc="-245" dirty="0"/>
              <a:t> </a:t>
            </a:r>
            <a:r>
              <a:rPr spc="-130" dirty="0"/>
              <a:t>the</a:t>
            </a:r>
            <a:r>
              <a:rPr spc="-245" dirty="0"/>
              <a:t> </a:t>
            </a:r>
            <a:r>
              <a:rPr spc="-125" dirty="0"/>
              <a:t>line</a:t>
            </a:r>
            <a:r>
              <a:rPr spc="-245" dirty="0"/>
              <a:t> </a:t>
            </a:r>
            <a:r>
              <a:rPr spc="-155" dirty="0"/>
              <a:t>(sending</a:t>
            </a:r>
            <a:r>
              <a:rPr spc="-245" dirty="0"/>
              <a:t> </a:t>
            </a:r>
            <a:r>
              <a:rPr spc="-155" dirty="0"/>
              <a:t>AddBusCommand). </a:t>
            </a:r>
            <a:r>
              <a:rPr spc="-215" dirty="0"/>
              <a:t>The</a:t>
            </a:r>
            <a:r>
              <a:rPr spc="-245" dirty="0"/>
              <a:t> </a:t>
            </a:r>
            <a:r>
              <a:rPr lang="en-US" spc="-200" dirty="0"/>
              <a:t>Admins </a:t>
            </a:r>
            <a:r>
              <a:rPr spc="-170" dirty="0"/>
              <a:t>requests</a:t>
            </a:r>
            <a:r>
              <a:rPr spc="-245" dirty="0"/>
              <a:t> </a:t>
            </a:r>
            <a:r>
              <a:rPr spc="-95" dirty="0"/>
              <a:t>to</a:t>
            </a:r>
            <a:r>
              <a:rPr spc="-245" dirty="0"/>
              <a:t> </a:t>
            </a:r>
            <a:r>
              <a:rPr spc="-210" dirty="0"/>
              <a:t>change</a:t>
            </a:r>
            <a:r>
              <a:rPr spc="-245" dirty="0"/>
              <a:t> </a:t>
            </a:r>
            <a:r>
              <a:rPr spc="-250" dirty="0"/>
              <a:t>a</a:t>
            </a:r>
            <a:r>
              <a:rPr spc="-245" dirty="0"/>
              <a:t> </a:t>
            </a:r>
            <a:r>
              <a:rPr spc="-165" dirty="0"/>
              <a:t>bus</a:t>
            </a:r>
            <a:r>
              <a:rPr spc="-245" dirty="0"/>
              <a:t> </a:t>
            </a:r>
            <a:r>
              <a:rPr spc="-125" dirty="0"/>
              <a:t>route</a:t>
            </a:r>
            <a:r>
              <a:rPr spc="-245" dirty="0"/>
              <a:t> </a:t>
            </a:r>
            <a:r>
              <a:rPr spc="-155" dirty="0"/>
              <a:t>(sending</a:t>
            </a:r>
            <a:r>
              <a:rPr spc="-245" dirty="0"/>
              <a:t> </a:t>
            </a:r>
            <a:r>
              <a:rPr spc="-170" dirty="0"/>
              <a:t>ChangeRouteCommand).</a:t>
            </a:r>
            <a:r>
              <a:rPr spc="-155" dirty="0"/>
              <a:t> </a:t>
            </a:r>
            <a:r>
              <a:rPr spc="-215" dirty="0"/>
              <a:t>The</a:t>
            </a:r>
            <a:r>
              <a:rPr spc="-245" dirty="0"/>
              <a:t> </a:t>
            </a:r>
            <a:r>
              <a:rPr lang="en-US" spc="-200" dirty="0"/>
              <a:t>Admins</a:t>
            </a:r>
            <a:r>
              <a:rPr spc="-245" dirty="0"/>
              <a:t> </a:t>
            </a:r>
            <a:r>
              <a:rPr spc="-229" dirty="0"/>
              <a:t>clicks</a:t>
            </a:r>
            <a:r>
              <a:rPr spc="-245" dirty="0"/>
              <a:t> </a:t>
            </a:r>
            <a:r>
              <a:rPr spc="-130" dirty="0"/>
              <a:t>the</a:t>
            </a:r>
            <a:r>
              <a:rPr spc="-245" dirty="0"/>
              <a:t> </a:t>
            </a:r>
            <a:r>
              <a:rPr spc="-90" dirty="0"/>
              <a:t>“Undo”</a:t>
            </a:r>
            <a:r>
              <a:rPr spc="-245" dirty="0"/>
              <a:t> </a:t>
            </a:r>
            <a:r>
              <a:rPr spc="-105" dirty="0"/>
              <a:t>button.</a:t>
            </a:r>
          </a:p>
          <a:p>
            <a:pPr marL="12700" algn="just">
              <a:lnSpc>
                <a:spcPct val="100000"/>
              </a:lnSpc>
              <a:spcBef>
                <a:spcPts val="450"/>
              </a:spcBef>
            </a:pPr>
            <a:r>
              <a:rPr spc="-220" dirty="0"/>
              <a:t>The</a:t>
            </a:r>
            <a:r>
              <a:rPr spc="-210" dirty="0"/>
              <a:t> </a:t>
            </a:r>
            <a:r>
              <a:rPr spc="-180" dirty="0"/>
              <a:t>last</a:t>
            </a:r>
            <a:r>
              <a:rPr spc="-210" dirty="0"/>
              <a:t> </a:t>
            </a:r>
            <a:r>
              <a:rPr spc="-175" dirty="0"/>
              <a:t>command</a:t>
            </a:r>
            <a:r>
              <a:rPr spc="-204" dirty="0"/>
              <a:t> </a:t>
            </a:r>
            <a:r>
              <a:rPr spc="-190" dirty="0"/>
              <a:t>(Change</a:t>
            </a:r>
            <a:r>
              <a:rPr spc="-210" dirty="0"/>
              <a:t> </a:t>
            </a:r>
            <a:r>
              <a:rPr spc="-165" dirty="0"/>
              <a:t>Route)</a:t>
            </a:r>
            <a:r>
              <a:rPr spc="-204" dirty="0"/>
              <a:t> </a:t>
            </a:r>
            <a:r>
              <a:rPr spc="-210" dirty="0"/>
              <a:t>is </a:t>
            </a:r>
            <a:r>
              <a:rPr spc="-135" dirty="0"/>
              <a:t>undone,</a:t>
            </a:r>
            <a:r>
              <a:rPr spc="-210" dirty="0"/>
              <a:t> </a:t>
            </a:r>
            <a:r>
              <a:rPr spc="-145" dirty="0"/>
              <a:t>and</a:t>
            </a:r>
            <a:r>
              <a:rPr spc="-204" dirty="0"/>
              <a:t> </a:t>
            </a:r>
            <a:r>
              <a:rPr spc="-135" dirty="0"/>
              <a:t>the</a:t>
            </a:r>
            <a:r>
              <a:rPr spc="-210" dirty="0"/>
              <a:t> </a:t>
            </a:r>
            <a:r>
              <a:rPr spc="-170" dirty="0"/>
              <a:t>bus</a:t>
            </a:r>
            <a:r>
              <a:rPr spc="-204" dirty="0"/>
              <a:t> </a:t>
            </a:r>
            <a:r>
              <a:rPr spc="-145" dirty="0"/>
              <a:t>returns</a:t>
            </a:r>
            <a:r>
              <a:rPr spc="-210" dirty="0"/>
              <a:t> </a:t>
            </a:r>
            <a:r>
              <a:rPr spc="-100" dirty="0"/>
              <a:t>to</a:t>
            </a:r>
            <a:r>
              <a:rPr spc="-204" dirty="0"/>
              <a:t> </a:t>
            </a:r>
            <a:r>
              <a:rPr spc="-165" dirty="0"/>
              <a:t>its</a:t>
            </a:r>
            <a:r>
              <a:rPr spc="-210" dirty="0"/>
              <a:t> </a:t>
            </a:r>
            <a:r>
              <a:rPr spc="-145" dirty="0"/>
              <a:t>previous</a:t>
            </a:r>
            <a:r>
              <a:rPr spc="-210" dirty="0"/>
              <a:t> </a:t>
            </a:r>
            <a:r>
              <a:rPr spc="-10" dirty="0"/>
              <a:t>route.</a:t>
            </a: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pc="-10" dirty="0"/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pc="-140" dirty="0">
                <a:solidFill>
                  <a:srgbClr val="B37D8F"/>
                </a:solidFill>
              </a:rPr>
              <a:t>Postcondition:</a:t>
            </a:r>
            <a:r>
              <a:rPr spc="-220" dirty="0">
                <a:solidFill>
                  <a:srgbClr val="B37D8F"/>
                </a:solidFill>
              </a:rPr>
              <a:t> </a:t>
            </a:r>
            <a:r>
              <a:rPr spc="-180" dirty="0"/>
              <a:t>Commands</a:t>
            </a:r>
            <a:r>
              <a:rPr spc="-215" dirty="0"/>
              <a:t> </a:t>
            </a:r>
            <a:r>
              <a:rPr spc="-195" dirty="0"/>
              <a:t>are</a:t>
            </a:r>
            <a:r>
              <a:rPr spc="-215" dirty="0"/>
              <a:t> </a:t>
            </a:r>
            <a:r>
              <a:rPr spc="-204" dirty="0"/>
              <a:t>executed</a:t>
            </a:r>
            <a:r>
              <a:rPr spc="-220" dirty="0"/>
              <a:t> </a:t>
            </a:r>
            <a:r>
              <a:rPr spc="-185" dirty="0"/>
              <a:t>successfully</a:t>
            </a:r>
            <a:r>
              <a:rPr spc="-215" dirty="0"/>
              <a:t> </a:t>
            </a:r>
            <a:r>
              <a:rPr spc="-145" dirty="0"/>
              <a:t>and</a:t>
            </a:r>
            <a:r>
              <a:rPr spc="-215" dirty="0"/>
              <a:t> </a:t>
            </a:r>
            <a:r>
              <a:rPr spc="-220" dirty="0"/>
              <a:t>can</a:t>
            </a:r>
            <a:r>
              <a:rPr spc="-215" dirty="0"/>
              <a:t> </a:t>
            </a:r>
            <a:r>
              <a:rPr spc="-145" dirty="0"/>
              <a:t>be</a:t>
            </a:r>
            <a:r>
              <a:rPr spc="-220" dirty="0"/>
              <a:t> </a:t>
            </a:r>
            <a:r>
              <a:rPr spc="-114" dirty="0"/>
              <a:t>undone</a:t>
            </a:r>
            <a:r>
              <a:rPr spc="-215" dirty="0"/>
              <a:t> </a:t>
            </a:r>
            <a:r>
              <a:rPr spc="-210" dirty="0"/>
              <a:t>when</a:t>
            </a:r>
            <a:r>
              <a:rPr spc="-215" dirty="0"/>
              <a:t> </a:t>
            </a:r>
            <a:r>
              <a:rPr spc="-45" dirty="0"/>
              <a:t>needed.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712741"/>
            <a:ext cx="4090670" cy="3574415"/>
          </a:xfrm>
          <a:custGeom>
            <a:avLst/>
            <a:gdLst/>
            <a:ahLst/>
            <a:cxnLst/>
            <a:rect l="l" t="t" r="r" b="b"/>
            <a:pathLst>
              <a:path w="4090670" h="3574415">
                <a:moveTo>
                  <a:pt x="442359" y="12699"/>
                </a:moveTo>
                <a:lnTo>
                  <a:pt x="144172" y="12699"/>
                </a:lnTo>
                <a:lnTo>
                  <a:pt x="193713" y="0"/>
                </a:lnTo>
                <a:lnTo>
                  <a:pt x="392818" y="0"/>
                </a:lnTo>
                <a:lnTo>
                  <a:pt x="442359" y="12699"/>
                </a:lnTo>
                <a:close/>
              </a:path>
              <a:path w="4090670" h="3574415">
                <a:moveTo>
                  <a:pt x="4090195" y="3574258"/>
                </a:moveTo>
                <a:lnTo>
                  <a:pt x="0" y="3574258"/>
                </a:lnTo>
                <a:lnTo>
                  <a:pt x="0" y="12699"/>
                </a:lnTo>
                <a:lnTo>
                  <a:pt x="589997" y="12699"/>
                </a:lnTo>
                <a:lnTo>
                  <a:pt x="638867" y="25399"/>
                </a:lnTo>
                <a:lnTo>
                  <a:pt x="736073" y="25399"/>
                </a:lnTo>
                <a:lnTo>
                  <a:pt x="784400" y="38099"/>
                </a:lnTo>
                <a:lnTo>
                  <a:pt x="832537" y="38099"/>
                </a:lnTo>
                <a:lnTo>
                  <a:pt x="880482" y="50799"/>
                </a:lnTo>
                <a:lnTo>
                  <a:pt x="928230" y="50799"/>
                </a:lnTo>
                <a:lnTo>
                  <a:pt x="1023118" y="76199"/>
                </a:lnTo>
                <a:lnTo>
                  <a:pt x="1070252" y="76199"/>
                </a:lnTo>
                <a:lnTo>
                  <a:pt x="1256620" y="126999"/>
                </a:lnTo>
                <a:lnTo>
                  <a:pt x="1302652" y="126999"/>
                </a:lnTo>
                <a:lnTo>
                  <a:pt x="1439337" y="165099"/>
                </a:lnTo>
                <a:lnTo>
                  <a:pt x="1484417" y="190499"/>
                </a:lnTo>
                <a:lnTo>
                  <a:pt x="1662218" y="241299"/>
                </a:lnTo>
                <a:lnTo>
                  <a:pt x="1706019" y="266699"/>
                </a:lnTo>
                <a:lnTo>
                  <a:pt x="1792817" y="292099"/>
                </a:lnTo>
                <a:lnTo>
                  <a:pt x="1835805" y="317499"/>
                </a:lnTo>
                <a:lnTo>
                  <a:pt x="1920940" y="342899"/>
                </a:lnTo>
                <a:lnTo>
                  <a:pt x="2004927" y="393699"/>
                </a:lnTo>
                <a:lnTo>
                  <a:pt x="2046481" y="406399"/>
                </a:lnTo>
                <a:lnTo>
                  <a:pt x="2087736" y="431799"/>
                </a:lnTo>
                <a:lnTo>
                  <a:pt x="2128689" y="444499"/>
                </a:lnTo>
                <a:lnTo>
                  <a:pt x="2249693" y="520699"/>
                </a:lnTo>
                <a:lnTo>
                  <a:pt x="2289397" y="533399"/>
                </a:lnTo>
                <a:lnTo>
                  <a:pt x="2406561" y="609599"/>
                </a:lnTo>
                <a:lnTo>
                  <a:pt x="2520721" y="685799"/>
                </a:lnTo>
                <a:lnTo>
                  <a:pt x="2631772" y="761999"/>
                </a:lnTo>
                <a:lnTo>
                  <a:pt x="2704026" y="812799"/>
                </a:lnTo>
                <a:lnTo>
                  <a:pt x="2739608" y="850899"/>
                </a:lnTo>
                <a:lnTo>
                  <a:pt x="2774821" y="876299"/>
                </a:lnTo>
                <a:lnTo>
                  <a:pt x="2844124" y="927099"/>
                </a:lnTo>
                <a:lnTo>
                  <a:pt x="2878207" y="965199"/>
                </a:lnTo>
                <a:lnTo>
                  <a:pt x="2945215" y="1015999"/>
                </a:lnTo>
                <a:lnTo>
                  <a:pt x="2978132" y="1054099"/>
                </a:lnTo>
                <a:lnTo>
                  <a:pt x="3010653" y="1079499"/>
                </a:lnTo>
                <a:lnTo>
                  <a:pt x="3042774" y="1117599"/>
                </a:lnTo>
                <a:lnTo>
                  <a:pt x="3074491" y="1142999"/>
                </a:lnTo>
                <a:lnTo>
                  <a:pt x="3105800" y="1181099"/>
                </a:lnTo>
                <a:lnTo>
                  <a:pt x="3136697" y="1206499"/>
                </a:lnTo>
                <a:lnTo>
                  <a:pt x="3167178" y="1244599"/>
                </a:lnTo>
                <a:lnTo>
                  <a:pt x="3197240" y="1282699"/>
                </a:lnTo>
                <a:lnTo>
                  <a:pt x="3226877" y="1308099"/>
                </a:lnTo>
                <a:lnTo>
                  <a:pt x="3256088" y="1346199"/>
                </a:lnTo>
                <a:lnTo>
                  <a:pt x="3284867" y="1384299"/>
                </a:lnTo>
                <a:lnTo>
                  <a:pt x="3313210" y="1409699"/>
                </a:lnTo>
                <a:lnTo>
                  <a:pt x="3341114" y="1447799"/>
                </a:lnTo>
                <a:lnTo>
                  <a:pt x="3368576" y="1485899"/>
                </a:lnTo>
                <a:lnTo>
                  <a:pt x="3395590" y="1523999"/>
                </a:lnTo>
                <a:lnTo>
                  <a:pt x="3422153" y="1549399"/>
                </a:lnTo>
                <a:lnTo>
                  <a:pt x="3448261" y="1587499"/>
                </a:lnTo>
                <a:lnTo>
                  <a:pt x="3473910" y="1625599"/>
                </a:lnTo>
                <a:lnTo>
                  <a:pt x="3499097" y="1663699"/>
                </a:lnTo>
                <a:lnTo>
                  <a:pt x="3523817" y="1701799"/>
                </a:lnTo>
                <a:lnTo>
                  <a:pt x="3548067" y="1739899"/>
                </a:lnTo>
                <a:lnTo>
                  <a:pt x="3571842" y="1777999"/>
                </a:lnTo>
                <a:lnTo>
                  <a:pt x="3595139" y="1816099"/>
                </a:lnTo>
                <a:lnTo>
                  <a:pt x="3617954" y="1854199"/>
                </a:lnTo>
                <a:lnTo>
                  <a:pt x="3640282" y="1892299"/>
                </a:lnTo>
                <a:lnTo>
                  <a:pt x="3662120" y="1930399"/>
                </a:lnTo>
                <a:lnTo>
                  <a:pt x="3683465" y="1968499"/>
                </a:lnTo>
                <a:lnTo>
                  <a:pt x="3704312" y="2006599"/>
                </a:lnTo>
                <a:lnTo>
                  <a:pt x="3724656" y="2044699"/>
                </a:lnTo>
                <a:lnTo>
                  <a:pt x="3744496" y="2082799"/>
                </a:lnTo>
                <a:lnTo>
                  <a:pt x="3763825" y="2133599"/>
                </a:lnTo>
                <a:lnTo>
                  <a:pt x="3782641" y="2171699"/>
                </a:lnTo>
                <a:lnTo>
                  <a:pt x="3800940" y="2209799"/>
                </a:lnTo>
                <a:lnTo>
                  <a:pt x="3818717" y="2247899"/>
                </a:lnTo>
                <a:lnTo>
                  <a:pt x="3835969" y="2285999"/>
                </a:lnTo>
                <a:lnTo>
                  <a:pt x="3852692" y="2336799"/>
                </a:lnTo>
                <a:lnTo>
                  <a:pt x="3868882" y="2374899"/>
                </a:lnTo>
                <a:lnTo>
                  <a:pt x="3884535" y="2412999"/>
                </a:lnTo>
                <a:lnTo>
                  <a:pt x="3899647" y="2463799"/>
                </a:lnTo>
                <a:lnTo>
                  <a:pt x="3914215" y="2501899"/>
                </a:lnTo>
                <a:lnTo>
                  <a:pt x="3928233" y="2539999"/>
                </a:lnTo>
                <a:lnTo>
                  <a:pt x="3941699" y="2590799"/>
                </a:lnTo>
                <a:lnTo>
                  <a:pt x="3954609" y="2628899"/>
                </a:lnTo>
                <a:lnTo>
                  <a:pt x="3966958" y="2679699"/>
                </a:lnTo>
                <a:lnTo>
                  <a:pt x="3978743" y="2717799"/>
                </a:lnTo>
                <a:lnTo>
                  <a:pt x="3989960" y="2755899"/>
                </a:lnTo>
                <a:lnTo>
                  <a:pt x="4000604" y="2806699"/>
                </a:lnTo>
                <a:lnTo>
                  <a:pt x="4010673" y="2844799"/>
                </a:lnTo>
                <a:lnTo>
                  <a:pt x="4020161" y="2895599"/>
                </a:lnTo>
                <a:lnTo>
                  <a:pt x="4029066" y="2933699"/>
                </a:lnTo>
                <a:lnTo>
                  <a:pt x="4037383" y="2984499"/>
                </a:lnTo>
                <a:lnTo>
                  <a:pt x="4045109" y="3022599"/>
                </a:lnTo>
                <a:lnTo>
                  <a:pt x="4052238" y="3073399"/>
                </a:lnTo>
                <a:lnTo>
                  <a:pt x="4058769" y="3124199"/>
                </a:lnTo>
                <a:lnTo>
                  <a:pt x="4064696" y="3162299"/>
                </a:lnTo>
                <a:lnTo>
                  <a:pt x="4070015" y="3213099"/>
                </a:lnTo>
                <a:lnTo>
                  <a:pt x="4074724" y="3251199"/>
                </a:lnTo>
                <a:lnTo>
                  <a:pt x="4078817" y="3301999"/>
                </a:lnTo>
                <a:lnTo>
                  <a:pt x="4082291" y="3352799"/>
                </a:lnTo>
                <a:lnTo>
                  <a:pt x="4085143" y="3390899"/>
                </a:lnTo>
                <a:lnTo>
                  <a:pt x="4087367" y="3441699"/>
                </a:lnTo>
                <a:lnTo>
                  <a:pt x="4088961" y="3492499"/>
                </a:lnTo>
                <a:lnTo>
                  <a:pt x="4089920" y="3530599"/>
                </a:lnTo>
                <a:lnTo>
                  <a:pt x="4090195" y="3574258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13680" y="0"/>
            <a:ext cx="7593965" cy="3773804"/>
          </a:xfrm>
          <a:custGeom>
            <a:avLst/>
            <a:gdLst/>
            <a:ahLst/>
            <a:cxnLst/>
            <a:rect l="l" t="t" r="r" b="b"/>
            <a:pathLst>
              <a:path w="7593965" h="3773804">
                <a:moveTo>
                  <a:pt x="4573961" y="3709760"/>
                </a:moveTo>
                <a:lnTo>
                  <a:pt x="3019988" y="3709760"/>
                </a:lnTo>
                <a:lnTo>
                  <a:pt x="2472087" y="3557360"/>
                </a:lnTo>
                <a:lnTo>
                  <a:pt x="2428022" y="3544660"/>
                </a:lnTo>
                <a:lnTo>
                  <a:pt x="2384221" y="3519260"/>
                </a:lnTo>
                <a:lnTo>
                  <a:pt x="2297423" y="3493860"/>
                </a:lnTo>
                <a:lnTo>
                  <a:pt x="2254435" y="3468460"/>
                </a:lnTo>
                <a:lnTo>
                  <a:pt x="2211726" y="3455760"/>
                </a:lnTo>
                <a:lnTo>
                  <a:pt x="2169300" y="3430360"/>
                </a:lnTo>
                <a:lnTo>
                  <a:pt x="2127161" y="3417660"/>
                </a:lnTo>
                <a:lnTo>
                  <a:pt x="2085313" y="3392260"/>
                </a:lnTo>
                <a:lnTo>
                  <a:pt x="2043759" y="3379560"/>
                </a:lnTo>
                <a:lnTo>
                  <a:pt x="1961551" y="3328760"/>
                </a:lnTo>
                <a:lnTo>
                  <a:pt x="1920905" y="3316060"/>
                </a:lnTo>
                <a:lnTo>
                  <a:pt x="1800843" y="3239860"/>
                </a:lnTo>
                <a:lnTo>
                  <a:pt x="1761461" y="3227160"/>
                </a:lnTo>
                <a:lnTo>
                  <a:pt x="1645287" y="3150960"/>
                </a:lnTo>
                <a:lnTo>
                  <a:pt x="1532152" y="3074760"/>
                </a:lnTo>
                <a:lnTo>
                  <a:pt x="1458468" y="3023960"/>
                </a:lnTo>
                <a:lnTo>
                  <a:pt x="1422160" y="2998560"/>
                </a:lnTo>
                <a:lnTo>
                  <a:pt x="1386214" y="2960460"/>
                </a:lnTo>
                <a:lnTo>
                  <a:pt x="1315419" y="2909660"/>
                </a:lnTo>
                <a:lnTo>
                  <a:pt x="1280579" y="2884260"/>
                </a:lnTo>
                <a:lnTo>
                  <a:pt x="1246116" y="2846160"/>
                </a:lnTo>
                <a:lnTo>
                  <a:pt x="1178335" y="2795360"/>
                </a:lnTo>
                <a:lnTo>
                  <a:pt x="1145025" y="2757260"/>
                </a:lnTo>
                <a:lnTo>
                  <a:pt x="1079587" y="2706460"/>
                </a:lnTo>
                <a:lnTo>
                  <a:pt x="1047466" y="2668360"/>
                </a:lnTo>
                <a:lnTo>
                  <a:pt x="1015749" y="2642960"/>
                </a:lnTo>
                <a:lnTo>
                  <a:pt x="984440" y="2604860"/>
                </a:lnTo>
                <a:lnTo>
                  <a:pt x="953543" y="2579460"/>
                </a:lnTo>
                <a:lnTo>
                  <a:pt x="923062" y="2541360"/>
                </a:lnTo>
                <a:lnTo>
                  <a:pt x="893000" y="2503260"/>
                </a:lnTo>
                <a:lnTo>
                  <a:pt x="863363" y="2477860"/>
                </a:lnTo>
                <a:lnTo>
                  <a:pt x="834152" y="2439760"/>
                </a:lnTo>
                <a:lnTo>
                  <a:pt x="805373" y="2401660"/>
                </a:lnTo>
                <a:lnTo>
                  <a:pt x="777030" y="2376260"/>
                </a:lnTo>
                <a:lnTo>
                  <a:pt x="749126" y="2338160"/>
                </a:lnTo>
                <a:lnTo>
                  <a:pt x="721664" y="2300060"/>
                </a:lnTo>
                <a:lnTo>
                  <a:pt x="694650" y="2261960"/>
                </a:lnTo>
                <a:lnTo>
                  <a:pt x="668087" y="2223860"/>
                </a:lnTo>
                <a:lnTo>
                  <a:pt x="641979" y="2198460"/>
                </a:lnTo>
                <a:lnTo>
                  <a:pt x="616330" y="2160360"/>
                </a:lnTo>
                <a:lnTo>
                  <a:pt x="591143" y="2122260"/>
                </a:lnTo>
                <a:lnTo>
                  <a:pt x="566423" y="2084160"/>
                </a:lnTo>
                <a:lnTo>
                  <a:pt x="542173" y="2046060"/>
                </a:lnTo>
                <a:lnTo>
                  <a:pt x="518398" y="2007960"/>
                </a:lnTo>
                <a:lnTo>
                  <a:pt x="495101" y="1969860"/>
                </a:lnTo>
                <a:lnTo>
                  <a:pt x="472286" y="1931760"/>
                </a:lnTo>
                <a:lnTo>
                  <a:pt x="449958" y="1893660"/>
                </a:lnTo>
                <a:lnTo>
                  <a:pt x="428120" y="1855560"/>
                </a:lnTo>
                <a:lnTo>
                  <a:pt x="406775" y="1817460"/>
                </a:lnTo>
                <a:lnTo>
                  <a:pt x="385928" y="1779360"/>
                </a:lnTo>
                <a:lnTo>
                  <a:pt x="365584" y="1741260"/>
                </a:lnTo>
                <a:lnTo>
                  <a:pt x="345744" y="1690460"/>
                </a:lnTo>
                <a:lnTo>
                  <a:pt x="326415" y="1652360"/>
                </a:lnTo>
                <a:lnTo>
                  <a:pt x="307599" y="1614260"/>
                </a:lnTo>
                <a:lnTo>
                  <a:pt x="289300" y="1576160"/>
                </a:lnTo>
                <a:lnTo>
                  <a:pt x="271523" y="1538060"/>
                </a:lnTo>
                <a:lnTo>
                  <a:pt x="254271" y="1487260"/>
                </a:lnTo>
                <a:lnTo>
                  <a:pt x="237548" y="1449160"/>
                </a:lnTo>
                <a:lnTo>
                  <a:pt x="221358" y="1411060"/>
                </a:lnTo>
                <a:lnTo>
                  <a:pt x="205705" y="1372960"/>
                </a:lnTo>
                <a:lnTo>
                  <a:pt x="190593" y="1322160"/>
                </a:lnTo>
                <a:lnTo>
                  <a:pt x="176026" y="1284060"/>
                </a:lnTo>
                <a:lnTo>
                  <a:pt x="162007" y="1245960"/>
                </a:lnTo>
                <a:lnTo>
                  <a:pt x="148541" y="1195160"/>
                </a:lnTo>
                <a:lnTo>
                  <a:pt x="135631" y="1157060"/>
                </a:lnTo>
                <a:lnTo>
                  <a:pt x="123282" y="1106260"/>
                </a:lnTo>
                <a:lnTo>
                  <a:pt x="111497" y="1068160"/>
                </a:lnTo>
                <a:lnTo>
                  <a:pt x="100280" y="1017360"/>
                </a:lnTo>
                <a:lnTo>
                  <a:pt x="89636" y="979260"/>
                </a:lnTo>
                <a:lnTo>
                  <a:pt x="79567" y="941160"/>
                </a:lnTo>
                <a:lnTo>
                  <a:pt x="70079" y="890360"/>
                </a:lnTo>
                <a:lnTo>
                  <a:pt x="61174" y="852260"/>
                </a:lnTo>
                <a:lnTo>
                  <a:pt x="52857" y="801460"/>
                </a:lnTo>
                <a:lnTo>
                  <a:pt x="45132" y="750660"/>
                </a:lnTo>
                <a:lnTo>
                  <a:pt x="38002" y="712560"/>
                </a:lnTo>
                <a:lnTo>
                  <a:pt x="31471" y="661760"/>
                </a:lnTo>
                <a:lnTo>
                  <a:pt x="25545" y="623660"/>
                </a:lnTo>
                <a:lnTo>
                  <a:pt x="20225" y="572860"/>
                </a:lnTo>
                <a:lnTo>
                  <a:pt x="15516" y="534760"/>
                </a:lnTo>
                <a:lnTo>
                  <a:pt x="11423" y="483960"/>
                </a:lnTo>
                <a:lnTo>
                  <a:pt x="7949" y="433160"/>
                </a:lnTo>
                <a:lnTo>
                  <a:pt x="5098" y="395060"/>
                </a:lnTo>
                <a:lnTo>
                  <a:pt x="2873" y="344260"/>
                </a:lnTo>
                <a:lnTo>
                  <a:pt x="1279" y="293460"/>
                </a:lnTo>
                <a:lnTo>
                  <a:pt x="320" y="255360"/>
                </a:lnTo>
                <a:lnTo>
                  <a:pt x="0" y="204560"/>
                </a:lnTo>
                <a:lnTo>
                  <a:pt x="320" y="153760"/>
                </a:lnTo>
                <a:lnTo>
                  <a:pt x="1279" y="115660"/>
                </a:lnTo>
                <a:lnTo>
                  <a:pt x="2873" y="64860"/>
                </a:lnTo>
                <a:lnTo>
                  <a:pt x="5098" y="14060"/>
                </a:lnTo>
                <a:lnTo>
                  <a:pt x="6150" y="0"/>
                </a:lnTo>
                <a:lnTo>
                  <a:pt x="7587800" y="0"/>
                </a:lnTo>
                <a:lnTo>
                  <a:pt x="7591077" y="64860"/>
                </a:lnTo>
                <a:lnTo>
                  <a:pt x="7592670" y="115660"/>
                </a:lnTo>
                <a:lnTo>
                  <a:pt x="7593629" y="153760"/>
                </a:lnTo>
                <a:lnTo>
                  <a:pt x="7593950" y="204560"/>
                </a:lnTo>
                <a:lnTo>
                  <a:pt x="7593629" y="255360"/>
                </a:lnTo>
                <a:lnTo>
                  <a:pt x="7592670" y="293460"/>
                </a:lnTo>
                <a:lnTo>
                  <a:pt x="7591077" y="344260"/>
                </a:lnTo>
                <a:lnTo>
                  <a:pt x="7588852" y="395060"/>
                </a:lnTo>
                <a:lnTo>
                  <a:pt x="7586001" y="433160"/>
                </a:lnTo>
                <a:lnTo>
                  <a:pt x="7582526" y="483960"/>
                </a:lnTo>
                <a:lnTo>
                  <a:pt x="7578433" y="534760"/>
                </a:lnTo>
                <a:lnTo>
                  <a:pt x="7573725" y="572860"/>
                </a:lnTo>
                <a:lnTo>
                  <a:pt x="7568405" y="623660"/>
                </a:lnTo>
                <a:lnTo>
                  <a:pt x="7562478" y="661760"/>
                </a:lnTo>
                <a:lnTo>
                  <a:pt x="7555948" y="712560"/>
                </a:lnTo>
                <a:lnTo>
                  <a:pt x="7548818" y="750660"/>
                </a:lnTo>
                <a:lnTo>
                  <a:pt x="7541093" y="801460"/>
                </a:lnTo>
                <a:lnTo>
                  <a:pt x="7532776" y="852260"/>
                </a:lnTo>
                <a:lnTo>
                  <a:pt x="7523871" y="890360"/>
                </a:lnTo>
                <a:lnTo>
                  <a:pt x="7514382" y="941160"/>
                </a:lnTo>
                <a:lnTo>
                  <a:pt x="7504314" y="979260"/>
                </a:lnTo>
                <a:lnTo>
                  <a:pt x="7493669" y="1017360"/>
                </a:lnTo>
                <a:lnTo>
                  <a:pt x="7482452" y="1068160"/>
                </a:lnTo>
                <a:lnTo>
                  <a:pt x="7470668" y="1106260"/>
                </a:lnTo>
                <a:lnTo>
                  <a:pt x="7458318" y="1157060"/>
                </a:lnTo>
                <a:lnTo>
                  <a:pt x="7445409" y="1195160"/>
                </a:lnTo>
                <a:lnTo>
                  <a:pt x="7431943" y="1245960"/>
                </a:lnTo>
                <a:lnTo>
                  <a:pt x="7417924" y="1284060"/>
                </a:lnTo>
                <a:lnTo>
                  <a:pt x="7403357" y="1322160"/>
                </a:lnTo>
                <a:lnTo>
                  <a:pt x="7388245" y="1372960"/>
                </a:lnTo>
                <a:lnTo>
                  <a:pt x="7372592" y="1411060"/>
                </a:lnTo>
                <a:lnTo>
                  <a:pt x="7356402" y="1449160"/>
                </a:lnTo>
                <a:lnTo>
                  <a:pt x="7339679" y="1487260"/>
                </a:lnTo>
                <a:lnTo>
                  <a:pt x="7322427" y="1538060"/>
                </a:lnTo>
                <a:lnTo>
                  <a:pt x="7304649" y="1576160"/>
                </a:lnTo>
                <a:lnTo>
                  <a:pt x="7286351" y="1614260"/>
                </a:lnTo>
                <a:lnTo>
                  <a:pt x="7267535" y="1652360"/>
                </a:lnTo>
                <a:lnTo>
                  <a:pt x="7248205" y="1690460"/>
                </a:lnTo>
                <a:lnTo>
                  <a:pt x="7228366" y="1741260"/>
                </a:lnTo>
                <a:lnTo>
                  <a:pt x="7208021" y="1779360"/>
                </a:lnTo>
                <a:lnTo>
                  <a:pt x="7187174" y="1817460"/>
                </a:lnTo>
                <a:lnTo>
                  <a:pt x="7165830" y="1855560"/>
                </a:lnTo>
                <a:lnTo>
                  <a:pt x="7143991" y="1893660"/>
                </a:lnTo>
                <a:lnTo>
                  <a:pt x="7121663" y="1931760"/>
                </a:lnTo>
                <a:lnTo>
                  <a:pt x="7098848" y="1969860"/>
                </a:lnTo>
                <a:lnTo>
                  <a:pt x="7075552" y="2007960"/>
                </a:lnTo>
                <a:lnTo>
                  <a:pt x="7051776" y="2046060"/>
                </a:lnTo>
                <a:lnTo>
                  <a:pt x="7027527" y="2084160"/>
                </a:lnTo>
                <a:lnTo>
                  <a:pt x="7002807" y="2122260"/>
                </a:lnTo>
                <a:lnTo>
                  <a:pt x="6977620" y="2160360"/>
                </a:lnTo>
                <a:lnTo>
                  <a:pt x="6951970" y="2198460"/>
                </a:lnTo>
                <a:lnTo>
                  <a:pt x="6925862" y="2223860"/>
                </a:lnTo>
                <a:lnTo>
                  <a:pt x="6899299" y="2261960"/>
                </a:lnTo>
                <a:lnTo>
                  <a:pt x="6872285" y="2300060"/>
                </a:lnTo>
                <a:lnTo>
                  <a:pt x="6844824" y="2338160"/>
                </a:lnTo>
                <a:lnTo>
                  <a:pt x="6816920" y="2376260"/>
                </a:lnTo>
                <a:lnTo>
                  <a:pt x="6788576" y="2401660"/>
                </a:lnTo>
                <a:lnTo>
                  <a:pt x="6759797" y="2439760"/>
                </a:lnTo>
                <a:lnTo>
                  <a:pt x="6730587" y="2477860"/>
                </a:lnTo>
                <a:lnTo>
                  <a:pt x="6700949" y="2503260"/>
                </a:lnTo>
                <a:lnTo>
                  <a:pt x="6670887" y="2541360"/>
                </a:lnTo>
                <a:lnTo>
                  <a:pt x="6640406" y="2579460"/>
                </a:lnTo>
                <a:lnTo>
                  <a:pt x="6609509" y="2604860"/>
                </a:lnTo>
                <a:lnTo>
                  <a:pt x="6578200" y="2642960"/>
                </a:lnTo>
                <a:lnTo>
                  <a:pt x="6546484" y="2668360"/>
                </a:lnTo>
                <a:lnTo>
                  <a:pt x="6514363" y="2706460"/>
                </a:lnTo>
                <a:lnTo>
                  <a:pt x="6448924" y="2757260"/>
                </a:lnTo>
                <a:lnTo>
                  <a:pt x="6415615" y="2795360"/>
                </a:lnTo>
                <a:lnTo>
                  <a:pt x="6347834" y="2846160"/>
                </a:lnTo>
                <a:lnTo>
                  <a:pt x="6313370" y="2884260"/>
                </a:lnTo>
                <a:lnTo>
                  <a:pt x="6278530" y="2909660"/>
                </a:lnTo>
                <a:lnTo>
                  <a:pt x="6207736" y="2960460"/>
                </a:lnTo>
                <a:lnTo>
                  <a:pt x="6171789" y="2998560"/>
                </a:lnTo>
                <a:lnTo>
                  <a:pt x="6135481" y="3023960"/>
                </a:lnTo>
                <a:lnTo>
                  <a:pt x="6061798" y="3074760"/>
                </a:lnTo>
                <a:lnTo>
                  <a:pt x="5948662" y="3150960"/>
                </a:lnTo>
                <a:lnTo>
                  <a:pt x="5832488" y="3227160"/>
                </a:lnTo>
                <a:lnTo>
                  <a:pt x="5793106" y="3239860"/>
                </a:lnTo>
                <a:lnTo>
                  <a:pt x="5673045" y="3316060"/>
                </a:lnTo>
                <a:lnTo>
                  <a:pt x="5632398" y="3328760"/>
                </a:lnTo>
                <a:lnTo>
                  <a:pt x="5550190" y="3379560"/>
                </a:lnTo>
                <a:lnTo>
                  <a:pt x="5508637" y="3392260"/>
                </a:lnTo>
                <a:lnTo>
                  <a:pt x="5466788" y="3417660"/>
                </a:lnTo>
                <a:lnTo>
                  <a:pt x="5424649" y="3430360"/>
                </a:lnTo>
                <a:lnTo>
                  <a:pt x="5382223" y="3455760"/>
                </a:lnTo>
                <a:lnTo>
                  <a:pt x="5339514" y="3468460"/>
                </a:lnTo>
                <a:lnTo>
                  <a:pt x="5296526" y="3493860"/>
                </a:lnTo>
                <a:lnTo>
                  <a:pt x="5209729" y="3519260"/>
                </a:lnTo>
                <a:lnTo>
                  <a:pt x="5165927" y="3544660"/>
                </a:lnTo>
                <a:lnTo>
                  <a:pt x="5121862" y="3557360"/>
                </a:lnTo>
                <a:lnTo>
                  <a:pt x="4573961" y="3709760"/>
                </a:lnTo>
                <a:close/>
              </a:path>
              <a:path w="7593965" h="3773804">
                <a:moveTo>
                  <a:pt x="4431939" y="3735160"/>
                </a:moveTo>
                <a:lnTo>
                  <a:pt x="3162010" y="3735160"/>
                </a:lnTo>
                <a:lnTo>
                  <a:pt x="3067122" y="3709760"/>
                </a:lnTo>
                <a:lnTo>
                  <a:pt x="4526828" y="3709760"/>
                </a:lnTo>
                <a:lnTo>
                  <a:pt x="4431939" y="3735160"/>
                </a:lnTo>
                <a:close/>
              </a:path>
              <a:path w="7593965" h="3773804">
                <a:moveTo>
                  <a:pt x="4336247" y="3747860"/>
                </a:moveTo>
                <a:lnTo>
                  <a:pt x="3257703" y="3747860"/>
                </a:lnTo>
                <a:lnTo>
                  <a:pt x="3209758" y="3735160"/>
                </a:lnTo>
                <a:lnTo>
                  <a:pt x="4384191" y="3735160"/>
                </a:lnTo>
                <a:lnTo>
                  <a:pt x="4336247" y="3747860"/>
                </a:lnTo>
                <a:close/>
              </a:path>
              <a:path w="7593965" h="3773804">
                <a:moveTo>
                  <a:pt x="4239782" y="3760560"/>
                </a:moveTo>
                <a:lnTo>
                  <a:pt x="3354167" y="3760560"/>
                </a:lnTo>
                <a:lnTo>
                  <a:pt x="3305840" y="3747860"/>
                </a:lnTo>
                <a:lnTo>
                  <a:pt x="4288109" y="3747860"/>
                </a:lnTo>
                <a:lnTo>
                  <a:pt x="4239782" y="3760560"/>
                </a:lnTo>
                <a:close/>
              </a:path>
              <a:path w="7593965" h="3773804">
                <a:moveTo>
                  <a:pt x="4093706" y="3773260"/>
                </a:moveTo>
                <a:lnTo>
                  <a:pt x="3500243" y="3773260"/>
                </a:lnTo>
                <a:lnTo>
                  <a:pt x="3451373" y="3760560"/>
                </a:lnTo>
                <a:lnTo>
                  <a:pt x="4142577" y="3760560"/>
                </a:lnTo>
                <a:lnTo>
                  <a:pt x="4093706" y="3773260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340" y="212788"/>
            <a:ext cx="17735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75" dirty="0"/>
              <a:t> </a:t>
            </a:r>
            <a:r>
              <a:rPr spc="-20" dirty="0"/>
              <a:t>Case: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340" y="806481"/>
            <a:ext cx="14765019" cy="566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29" dirty="0">
                <a:solidFill>
                  <a:srgbClr val="B37D8F"/>
                </a:solidFill>
                <a:latin typeface="Arial Black"/>
                <a:cs typeface="Arial Black"/>
              </a:rPr>
              <a:t>Test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50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95" dirty="0">
                <a:solidFill>
                  <a:srgbClr val="B37D8F"/>
                </a:solidFill>
                <a:latin typeface="Arial Black"/>
                <a:cs typeface="Arial Black"/>
              </a:rPr>
              <a:t>Name: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Undo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00" dirty="0">
                <a:latin typeface="Arial Black"/>
                <a:cs typeface="Arial Black"/>
              </a:rPr>
              <a:t>Change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Route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Command</a:t>
            </a:r>
            <a:endParaRPr sz="2500" dirty="0">
              <a:latin typeface="Arial Black"/>
              <a:cs typeface="Arial Black"/>
            </a:endParaRPr>
          </a:p>
          <a:p>
            <a:pPr marL="12700" marR="6482080">
              <a:lnSpc>
                <a:spcPct val="229999"/>
              </a:lnSpc>
            </a:pPr>
            <a:r>
              <a:rPr sz="2500" spc="-140" dirty="0">
                <a:solidFill>
                  <a:srgbClr val="B37D8F"/>
                </a:solidFill>
                <a:latin typeface="Arial Black"/>
                <a:cs typeface="Arial Black"/>
              </a:rPr>
              <a:t>Precondition:</a:t>
            </a:r>
            <a:r>
              <a:rPr sz="2500" spc="-204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A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is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currently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operating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Route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5" dirty="0">
                <a:latin typeface="Arial Black"/>
                <a:cs typeface="Arial Black"/>
              </a:rPr>
              <a:t>5. </a:t>
            </a:r>
            <a:r>
              <a:rPr sz="2500" spc="-25" dirty="0">
                <a:solidFill>
                  <a:srgbClr val="B37D8F"/>
                </a:solidFill>
                <a:latin typeface="Arial Black"/>
                <a:cs typeface="Arial Black"/>
              </a:rPr>
              <a:t>Steps:</a:t>
            </a:r>
            <a:endParaRPr sz="2500" dirty="0">
              <a:latin typeface="Arial Black"/>
              <a:cs typeface="Arial Black"/>
            </a:endParaRPr>
          </a:p>
          <a:p>
            <a:pPr marL="12700" marR="5080">
              <a:lnSpc>
                <a:spcPct val="114999"/>
              </a:lnSpc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lang="en-US" sz="2500" spc="-204" dirty="0">
                <a:latin typeface="Arial Black"/>
                <a:cs typeface="Arial Black"/>
              </a:rPr>
              <a:t>Admins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sends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ChangeRouteCommand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change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route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from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Route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5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Route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440" dirty="0">
                <a:latin typeface="Arial Black"/>
                <a:cs typeface="Arial Black"/>
              </a:rPr>
              <a:t>7. </a:t>
            </a: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system </a:t>
            </a:r>
            <a:r>
              <a:rPr sz="2500" spc="-235" dirty="0">
                <a:latin typeface="Arial Black"/>
                <a:cs typeface="Arial Black"/>
              </a:rPr>
              <a:t>executes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command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35" dirty="0">
                <a:latin typeface="Arial Black"/>
                <a:cs typeface="Arial Black"/>
              </a:rPr>
              <a:t>switches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Route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440" dirty="0">
                <a:latin typeface="Arial Black"/>
                <a:cs typeface="Arial Black"/>
              </a:rPr>
              <a:t>7.</a:t>
            </a: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lang="en-US" sz="2500" spc="-204" dirty="0">
                <a:latin typeface="Arial Black"/>
                <a:cs typeface="Arial Black"/>
              </a:rPr>
              <a:t>Admins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35" dirty="0">
                <a:latin typeface="Arial Black"/>
                <a:cs typeface="Arial Black"/>
              </a:rPr>
              <a:t>clicks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“Undo”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button.</a:t>
            </a: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system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retrieves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last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executed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command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(ChangeRouteCommand)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200" dirty="0">
                <a:latin typeface="Arial Black"/>
                <a:cs typeface="Arial Black"/>
              </a:rPr>
              <a:t>calls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undo().</a:t>
            </a:r>
            <a:endParaRPr sz="25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spc="-204" dirty="0">
                <a:solidFill>
                  <a:srgbClr val="B37D8F"/>
                </a:solidFill>
                <a:latin typeface="Arial Black"/>
                <a:cs typeface="Arial Black"/>
              </a:rPr>
              <a:t>Expected</a:t>
            </a:r>
            <a:r>
              <a:rPr sz="2500" spc="-17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35" dirty="0">
                <a:solidFill>
                  <a:srgbClr val="B37D8F"/>
                </a:solidFill>
                <a:latin typeface="Arial Black"/>
                <a:cs typeface="Arial Black"/>
              </a:rPr>
              <a:t>Result:</a:t>
            </a: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returns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its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previous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route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(Route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5" dirty="0">
                <a:latin typeface="Arial Black"/>
                <a:cs typeface="Arial Black"/>
              </a:rPr>
              <a:t>5).</a:t>
            </a:r>
            <a:endParaRPr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A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notification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is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displayed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passenger </a:t>
            </a:r>
            <a:r>
              <a:rPr sz="2500" spc="-145" dirty="0">
                <a:latin typeface="Arial Black"/>
                <a:cs typeface="Arial Black"/>
              </a:rPr>
              <a:t>confirming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that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undo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operation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325" dirty="0">
                <a:latin typeface="Arial Black"/>
                <a:cs typeface="Arial Black"/>
              </a:rPr>
              <a:t>was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60" dirty="0">
                <a:latin typeface="Arial Black"/>
                <a:cs typeface="Arial Black"/>
              </a:rPr>
              <a:t>successful</a:t>
            </a:r>
            <a:endParaRPr sz="2500" dirty="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15953" y="3182402"/>
            <a:ext cx="1565563" cy="317707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7182036"/>
            <a:ext cx="6238875" cy="3105150"/>
          </a:xfrm>
          <a:custGeom>
            <a:avLst/>
            <a:gdLst/>
            <a:ahLst/>
            <a:cxnLst/>
            <a:rect l="l" t="t" r="r" b="b"/>
            <a:pathLst>
              <a:path w="6238875" h="3105150">
                <a:moveTo>
                  <a:pt x="2624636" y="12699"/>
                </a:moveTo>
                <a:lnTo>
                  <a:pt x="2326449" y="12699"/>
                </a:lnTo>
                <a:lnTo>
                  <a:pt x="2375990" y="0"/>
                </a:lnTo>
                <a:lnTo>
                  <a:pt x="2575095" y="0"/>
                </a:lnTo>
                <a:lnTo>
                  <a:pt x="2624636" y="12699"/>
                </a:lnTo>
                <a:close/>
              </a:path>
              <a:path w="6238875" h="3105150">
                <a:moveTo>
                  <a:pt x="2821145" y="25399"/>
                </a:moveTo>
                <a:lnTo>
                  <a:pt x="2129941" y="25399"/>
                </a:lnTo>
                <a:lnTo>
                  <a:pt x="2178811" y="12699"/>
                </a:lnTo>
                <a:lnTo>
                  <a:pt x="2772274" y="12699"/>
                </a:lnTo>
                <a:lnTo>
                  <a:pt x="2821145" y="25399"/>
                </a:lnTo>
                <a:close/>
              </a:path>
              <a:path w="6238875" h="3105150">
                <a:moveTo>
                  <a:pt x="2966677" y="38099"/>
                </a:moveTo>
                <a:lnTo>
                  <a:pt x="1984408" y="38099"/>
                </a:lnTo>
                <a:lnTo>
                  <a:pt x="2032735" y="25399"/>
                </a:lnTo>
                <a:lnTo>
                  <a:pt x="2918350" y="25399"/>
                </a:lnTo>
                <a:lnTo>
                  <a:pt x="2966677" y="38099"/>
                </a:lnTo>
                <a:close/>
              </a:path>
              <a:path w="6238875" h="3105150">
                <a:moveTo>
                  <a:pt x="3062759" y="50799"/>
                </a:moveTo>
                <a:lnTo>
                  <a:pt x="1888326" y="50799"/>
                </a:lnTo>
                <a:lnTo>
                  <a:pt x="1936271" y="38099"/>
                </a:lnTo>
                <a:lnTo>
                  <a:pt x="3014815" y="38099"/>
                </a:lnTo>
                <a:lnTo>
                  <a:pt x="3062759" y="50799"/>
                </a:lnTo>
                <a:close/>
              </a:path>
              <a:path w="6238875" h="3105150">
                <a:moveTo>
                  <a:pt x="3205396" y="76199"/>
                </a:moveTo>
                <a:lnTo>
                  <a:pt x="1745690" y="76199"/>
                </a:lnTo>
                <a:lnTo>
                  <a:pt x="1840578" y="50799"/>
                </a:lnTo>
                <a:lnTo>
                  <a:pt x="3110507" y="50799"/>
                </a:lnTo>
                <a:lnTo>
                  <a:pt x="3205396" y="76199"/>
                </a:lnTo>
                <a:close/>
              </a:path>
              <a:path w="6238875" h="3105150">
                <a:moveTo>
                  <a:pt x="3438898" y="126999"/>
                </a:moveTo>
                <a:lnTo>
                  <a:pt x="1512188" y="126999"/>
                </a:lnTo>
                <a:lnTo>
                  <a:pt x="1698556" y="76199"/>
                </a:lnTo>
                <a:lnTo>
                  <a:pt x="3252529" y="76199"/>
                </a:lnTo>
                <a:lnTo>
                  <a:pt x="3438898" y="126999"/>
                </a:lnTo>
                <a:close/>
              </a:path>
              <a:path w="6238875" h="3105150">
                <a:moveTo>
                  <a:pt x="6238573" y="3104962"/>
                </a:moveTo>
                <a:lnTo>
                  <a:pt x="0" y="3104962"/>
                </a:lnTo>
                <a:lnTo>
                  <a:pt x="0" y="871963"/>
                </a:lnTo>
                <a:lnTo>
                  <a:pt x="29200" y="850899"/>
                </a:lnTo>
                <a:lnTo>
                  <a:pt x="64782" y="812799"/>
                </a:lnTo>
                <a:lnTo>
                  <a:pt x="137036" y="761999"/>
                </a:lnTo>
                <a:lnTo>
                  <a:pt x="248087" y="685799"/>
                </a:lnTo>
                <a:lnTo>
                  <a:pt x="362247" y="609599"/>
                </a:lnTo>
                <a:lnTo>
                  <a:pt x="479411" y="533399"/>
                </a:lnTo>
                <a:lnTo>
                  <a:pt x="519115" y="520699"/>
                </a:lnTo>
                <a:lnTo>
                  <a:pt x="640119" y="444499"/>
                </a:lnTo>
                <a:lnTo>
                  <a:pt x="681072" y="431799"/>
                </a:lnTo>
                <a:lnTo>
                  <a:pt x="722327" y="406399"/>
                </a:lnTo>
                <a:lnTo>
                  <a:pt x="763881" y="393699"/>
                </a:lnTo>
                <a:lnTo>
                  <a:pt x="847868" y="342899"/>
                </a:lnTo>
                <a:lnTo>
                  <a:pt x="933003" y="317499"/>
                </a:lnTo>
                <a:lnTo>
                  <a:pt x="975991" y="292099"/>
                </a:lnTo>
                <a:lnTo>
                  <a:pt x="1062789" y="266699"/>
                </a:lnTo>
                <a:lnTo>
                  <a:pt x="1106590" y="241299"/>
                </a:lnTo>
                <a:lnTo>
                  <a:pt x="1284391" y="190499"/>
                </a:lnTo>
                <a:lnTo>
                  <a:pt x="1329471" y="165099"/>
                </a:lnTo>
                <a:lnTo>
                  <a:pt x="1466156" y="126999"/>
                </a:lnTo>
                <a:lnTo>
                  <a:pt x="3484929" y="126999"/>
                </a:lnTo>
                <a:lnTo>
                  <a:pt x="3621615" y="165099"/>
                </a:lnTo>
                <a:lnTo>
                  <a:pt x="3666694" y="190499"/>
                </a:lnTo>
                <a:lnTo>
                  <a:pt x="3844495" y="241299"/>
                </a:lnTo>
                <a:lnTo>
                  <a:pt x="3888297" y="266699"/>
                </a:lnTo>
                <a:lnTo>
                  <a:pt x="3975094" y="292099"/>
                </a:lnTo>
                <a:lnTo>
                  <a:pt x="4018082" y="317499"/>
                </a:lnTo>
                <a:lnTo>
                  <a:pt x="4103217" y="342899"/>
                </a:lnTo>
                <a:lnTo>
                  <a:pt x="4187204" y="393699"/>
                </a:lnTo>
                <a:lnTo>
                  <a:pt x="4228758" y="406399"/>
                </a:lnTo>
                <a:lnTo>
                  <a:pt x="4270013" y="431799"/>
                </a:lnTo>
                <a:lnTo>
                  <a:pt x="4310966" y="444499"/>
                </a:lnTo>
                <a:lnTo>
                  <a:pt x="4431970" y="520699"/>
                </a:lnTo>
                <a:lnTo>
                  <a:pt x="4471674" y="533399"/>
                </a:lnTo>
                <a:lnTo>
                  <a:pt x="4588838" y="609599"/>
                </a:lnTo>
                <a:lnTo>
                  <a:pt x="4702998" y="685799"/>
                </a:lnTo>
                <a:lnTo>
                  <a:pt x="4814049" y="761999"/>
                </a:lnTo>
                <a:lnTo>
                  <a:pt x="4886303" y="812799"/>
                </a:lnTo>
                <a:lnTo>
                  <a:pt x="4921885" y="850899"/>
                </a:lnTo>
                <a:lnTo>
                  <a:pt x="4957098" y="876299"/>
                </a:lnTo>
                <a:lnTo>
                  <a:pt x="5026401" y="927099"/>
                </a:lnTo>
                <a:lnTo>
                  <a:pt x="5060484" y="965199"/>
                </a:lnTo>
                <a:lnTo>
                  <a:pt x="5127492" y="1015999"/>
                </a:lnTo>
                <a:lnTo>
                  <a:pt x="5160409" y="1054099"/>
                </a:lnTo>
                <a:lnTo>
                  <a:pt x="5192930" y="1079499"/>
                </a:lnTo>
                <a:lnTo>
                  <a:pt x="5225051" y="1117599"/>
                </a:lnTo>
                <a:lnTo>
                  <a:pt x="5256768" y="1142999"/>
                </a:lnTo>
                <a:lnTo>
                  <a:pt x="5288077" y="1181099"/>
                </a:lnTo>
                <a:lnTo>
                  <a:pt x="5318974" y="1206499"/>
                </a:lnTo>
                <a:lnTo>
                  <a:pt x="5349455" y="1244599"/>
                </a:lnTo>
                <a:lnTo>
                  <a:pt x="5379517" y="1282699"/>
                </a:lnTo>
                <a:lnTo>
                  <a:pt x="5409154" y="1308099"/>
                </a:lnTo>
                <a:lnTo>
                  <a:pt x="5438365" y="1346199"/>
                </a:lnTo>
                <a:lnTo>
                  <a:pt x="5467144" y="1384299"/>
                </a:lnTo>
                <a:lnTo>
                  <a:pt x="5495487" y="1409699"/>
                </a:lnTo>
                <a:lnTo>
                  <a:pt x="5523391" y="1447799"/>
                </a:lnTo>
                <a:lnTo>
                  <a:pt x="5550853" y="1485899"/>
                </a:lnTo>
                <a:lnTo>
                  <a:pt x="5577867" y="1523999"/>
                </a:lnTo>
                <a:lnTo>
                  <a:pt x="5604430" y="1549399"/>
                </a:lnTo>
                <a:lnTo>
                  <a:pt x="5630538" y="1587499"/>
                </a:lnTo>
                <a:lnTo>
                  <a:pt x="5656187" y="1625599"/>
                </a:lnTo>
                <a:lnTo>
                  <a:pt x="5681374" y="1663699"/>
                </a:lnTo>
                <a:lnTo>
                  <a:pt x="5706094" y="1701799"/>
                </a:lnTo>
                <a:lnTo>
                  <a:pt x="5730344" y="1739899"/>
                </a:lnTo>
                <a:lnTo>
                  <a:pt x="5754119" y="1777999"/>
                </a:lnTo>
                <a:lnTo>
                  <a:pt x="5777416" y="1816099"/>
                </a:lnTo>
                <a:lnTo>
                  <a:pt x="5800231" y="1854199"/>
                </a:lnTo>
                <a:lnTo>
                  <a:pt x="5822559" y="1892299"/>
                </a:lnTo>
                <a:lnTo>
                  <a:pt x="5844398" y="1930399"/>
                </a:lnTo>
                <a:lnTo>
                  <a:pt x="5865742" y="1968499"/>
                </a:lnTo>
                <a:lnTo>
                  <a:pt x="5886589" y="2006599"/>
                </a:lnTo>
                <a:lnTo>
                  <a:pt x="5906933" y="2044699"/>
                </a:lnTo>
                <a:lnTo>
                  <a:pt x="5926773" y="2082799"/>
                </a:lnTo>
                <a:lnTo>
                  <a:pt x="5946102" y="2133599"/>
                </a:lnTo>
                <a:lnTo>
                  <a:pt x="5964918" y="2171699"/>
                </a:lnTo>
                <a:lnTo>
                  <a:pt x="5983217" y="2209799"/>
                </a:lnTo>
                <a:lnTo>
                  <a:pt x="6000994" y="2247899"/>
                </a:lnTo>
                <a:lnTo>
                  <a:pt x="6018246" y="2285999"/>
                </a:lnTo>
                <a:lnTo>
                  <a:pt x="6034969" y="2336799"/>
                </a:lnTo>
                <a:lnTo>
                  <a:pt x="6051159" y="2374899"/>
                </a:lnTo>
                <a:lnTo>
                  <a:pt x="6066812" y="2412999"/>
                </a:lnTo>
                <a:lnTo>
                  <a:pt x="6081924" y="2463799"/>
                </a:lnTo>
                <a:lnTo>
                  <a:pt x="6096492" y="2501899"/>
                </a:lnTo>
                <a:lnTo>
                  <a:pt x="6110510" y="2539999"/>
                </a:lnTo>
                <a:lnTo>
                  <a:pt x="6123976" y="2590799"/>
                </a:lnTo>
                <a:lnTo>
                  <a:pt x="6136886" y="2628899"/>
                </a:lnTo>
                <a:lnTo>
                  <a:pt x="6149235" y="2679699"/>
                </a:lnTo>
                <a:lnTo>
                  <a:pt x="6161020" y="2717799"/>
                </a:lnTo>
                <a:lnTo>
                  <a:pt x="6172237" y="2755899"/>
                </a:lnTo>
                <a:lnTo>
                  <a:pt x="6182881" y="2806699"/>
                </a:lnTo>
                <a:lnTo>
                  <a:pt x="6192950" y="2844799"/>
                </a:lnTo>
                <a:lnTo>
                  <a:pt x="6202438" y="2895599"/>
                </a:lnTo>
                <a:lnTo>
                  <a:pt x="6211343" y="2933699"/>
                </a:lnTo>
                <a:lnTo>
                  <a:pt x="6219660" y="2984499"/>
                </a:lnTo>
                <a:lnTo>
                  <a:pt x="6227386" y="3022599"/>
                </a:lnTo>
                <a:lnTo>
                  <a:pt x="6234515" y="3073399"/>
                </a:lnTo>
                <a:lnTo>
                  <a:pt x="6238573" y="3104962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26759" y="0"/>
            <a:ext cx="5761355" cy="2512060"/>
          </a:xfrm>
          <a:custGeom>
            <a:avLst/>
            <a:gdLst/>
            <a:ahLst/>
            <a:cxnLst/>
            <a:rect l="l" t="t" r="r" b="b"/>
            <a:pathLst>
              <a:path w="5761355" h="2512060">
                <a:moveTo>
                  <a:pt x="4406116" y="2447932"/>
                </a:moveTo>
                <a:lnTo>
                  <a:pt x="2852143" y="2447932"/>
                </a:lnTo>
                <a:lnTo>
                  <a:pt x="2304242" y="2295532"/>
                </a:lnTo>
                <a:lnTo>
                  <a:pt x="2260177" y="2282832"/>
                </a:lnTo>
                <a:lnTo>
                  <a:pt x="2216375" y="2257432"/>
                </a:lnTo>
                <a:lnTo>
                  <a:pt x="2129578" y="2232032"/>
                </a:lnTo>
                <a:lnTo>
                  <a:pt x="2086590" y="2206632"/>
                </a:lnTo>
                <a:lnTo>
                  <a:pt x="2043881" y="2193932"/>
                </a:lnTo>
                <a:lnTo>
                  <a:pt x="2001455" y="2168532"/>
                </a:lnTo>
                <a:lnTo>
                  <a:pt x="1959316" y="2155832"/>
                </a:lnTo>
                <a:lnTo>
                  <a:pt x="1917467" y="2130432"/>
                </a:lnTo>
                <a:lnTo>
                  <a:pt x="1875913" y="2117732"/>
                </a:lnTo>
                <a:lnTo>
                  <a:pt x="1793706" y="2066932"/>
                </a:lnTo>
                <a:lnTo>
                  <a:pt x="1753059" y="2054232"/>
                </a:lnTo>
                <a:lnTo>
                  <a:pt x="1632997" y="1978032"/>
                </a:lnTo>
                <a:lnTo>
                  <a:pt x="1593616" y="1965332"/>
                </a:lnTo>
                <a:lnTo>
                  <a:pt x="1477441" y="1889132"/>
                </a:lnTo>
                <a:lnTo>
                  <a:pt x="1364306" y="1812932"/>
                </a:lnTo>
                <a:lnTo>
                  <a:pt x="1290623" y="1762132"/>
                </a:lnTo>
                <a:lnTo>
                  <a:pt x="1254315" y="1736732"/>
                </a:lnTo>
                <a:lnTo>
                  <a:pt x="1218368" y="1698632"/>
                </a:lnTo>
                <a:lnTo>
                  <a:pt x="1147574" y="1647832"/>
                </a:lnTo>
                <a:lnTo>
                  <a:pt x="1112733" y="1622432"/>
                </a:lnTo>
                <a:lnTo>
                  <a:pt x="1078270" y="1584332"/>
                </a:lnTo>
                <a:lnTo>
                  <a:pt x="1010489" y="1533532"/>
                </a:lnTo>
                <a:lnTo>
                  <a:pt x="977180" y="1495432"/>
                </a:lnTo>
                <a:lnTo>
                  <a:pt x="911741" y="1444632"/>
                </a:lnTo>
                <a:lnTo>
                  <a:pt x="879620" y="1406532"/>
                </a:lnTo>
                <a:lnTo>
                  <a:pt x="847903" y="1381132"/>
                </a:lnTo>
                <a:lnTo>
                  <a:pt x="816595" y="1343032"/>
                </a:lnTo>
                <a:lnTo>
                  <a:pt x="785698" y="1317632"/>
                </a:lnTo>
                <a:lnTo>
                  <a:pt x="755216" y="1279532"/>
                </a:lnTo>
                <a:lnTo>
                  <a:pt x="725155" y="1241432"/>
                </a:lnTo>
                <a:lnTo>
                  <a:pt x="695517" y="1216032"/>
                </a:lnTo>
                <a:lnTo>
                  <a:pt x="666307" y="1177932"/>
                </a:lnTo>
                <a:lnTo>
                  <a:pt x="637528" y="1139832"/>
                </a:lnTo>
                <a:lnTo>
                  <a:pt x="609184" y="1114432"/>
                </a:lnTo>
                <a:lnTo>
                  <a:pt x="581280" y="1076332"/>
                </a:lnTo>
                <a:lnTo>
                  <a:pt x="553819" y="1038232"/>
                </a:lnTo>
                <a:lnTo>
                  <a:pt x="526805" y="1000132"/>
                </a:lnTo>
                <a:lnTo>
                  <a:pt x="500242" y="962032"/>
                </a:lnTo>
                <a:lnTo>
                  <a:pt x="474134" y="936632"/>
                </a:lnTo>
                <a:lnTo>
                  <a:pt x="448484" y="898532"/>
                </a:lnTo>
                <a:lnTo>
                  <a:pt x="423297" y="860432"/>
                </a:lnTo>
                <a:lnTo>
                  <a:pt x="398577" y="822332"/>
                </a:lnTo>
                <a:lnTo>
                  <a:pt x="374328" y="784232"/>
                </a:lnTo>
                <a:lnTo>
                  <a:pt x="350552" y="746132"/>
                </a:lnTo>
                <a:lnTo>
                  <a:pt x="327256" y="708032"/>
                </a:lnTo>
                <a:lnTo>
                  <a:pt x="304441" y="669932"/>
                </a:lnTo>
                <a:lnTo>
                  <a:pt x="282112" y="631832"/>
                </a:lnTo>
                <a:lnTo>
                  <a:pt x="260274" y="593732"/>
                </a:lnTo>
                <a:lnTo>
                  <a:pt x="238929" y="555632"/>
                </a:lnTo>
                <a:lnTo>
                  <a:pt x="218083" y="517532"/>
                </a:lnTo>
                <a:lnTo>
                  <a:pt x="197738" y="479432"/>
                </a:lnTo>
                <a:lnTo>
                  <a:pt x="177899" y="428632"/>
                </a:lnTo>
                <a:lnTo>
                  <a:pt x="158569" y="390532"/>
                </a:lnTo>
                <a:lnTo>
                  <a:pt x="139753" y="352432"/>
                </a:lnTo>
                <a:lnTo>
                  <a:pt x="121455" y="314332"/>
                </a:lnTo>
                <a:lnTo>
                  <a:pt x="103677" y="276232"/>
                </a:lnTo>
                <a:lnTo>
                  <a:pt x="86425" y="225432"/>
                </a:lnTo>
                <a:lnTo>
                  <a:pt x="69702" y="187332"/>
                </a:lnTo>
                <a:lnTo>
                  <a:pt x="53512" y="149232"/>
                </a:lnTo>
                <a:lnTo>
                  <a:pt x="37859" y="111132"/>
                </a:lnTo>
                <a:lnTo>
                  <a:pt x="22747" y="60332"/>
                </a:lnTo>
                <a:lnTo>
                  <a:pt x="8180" y="22232"/>
                </a:lnTo>
                <a:lnTo>
                  <a:pt x="0" y="0"/>
                </a:lnTo>
                <a:lnTo>
                  <a:pt x="5761239" y="0"/>
                </a:lnTo>
                <a:lnTo>
                  <a:pt x="5761239" y="1901974"/>
                </a:lnTo>
                <a:lnTo>
                  <a:pt x="5664643" y="1965332"/>
                </a:lnTo>
                <a:lnTo>
                  <a:pt x="5625261" y="1978032"/>
                </a:lnTo>
                <a:lnTo>
                  <a:pt x="5505199" y="2054232"/>
                </a:lnTo>
                <a:lnTo>
                  <a:pt x="5464553" y="2066932"/>
                </a:lnTo>
                <a:lnTo>
                  <a:pt x="5382345" y="2117732"/>
                </a:lnTo>
                <a:lnTo>
                  <a:pt x="5340791" y="2130432"/>
                </a:lnTo>
                <a:lnTo>
                  <a:pt x="5298943" y="2155832"/>
                </a:lnTo>
                <a:lnTo>
                  <a:pt x="5256803" y="2168532"/>
                </a:lnTo>
                <a:lnTo>
                  <a:pt x="5214377" y="2193932"/>
                </a:lnTo>
                <a:lnTo>
                  <a:pt x="5171669" y="2206632"/>
                </a:lnTo>
                <a:lnTo>
                  <a:pt x="5128681" y="2232032"/>
                </a:lnTo>
                <a:lnTo>
                  <a:pt x="5041883" y="2257432"/>
                </a:lnTo>
                <a:lnTo>
                  <a:pt x="4998082" y="2282832"/>
                </a:lnTo>
                <a:lnTo>
                  <a:pt x="4954017" y="2295532"/>
                </a:lnTo>
                <a:lnTo>
                  <a:pt x="4406116" y="2447932"/>
                </a:lnTo>
                <a:close/>
              </a:path>
              <a:path w="5761355" h="2512060">
                <a:moveTo>
                  <a:pt x="4264093" y="2473332"/>
                </a:moveTo>
                <a:lnTo>
                  <a:pt x="2994165" y="2473332"/>
                </a:lnTo>
                <a:lnTo>
                  <a:pt x="2899276" y="2447932"/>
                </a:lnTo>
                <a:lnTo>
                  <a:pt x="4358982" y="2447932"/>
                </a:lnTo>
                <a:lnTo>
                  <a:pt x="4264093" y="2473332"/>
                </a:lnTo>
                <a:close/>
              </a:path>
              <a:path w="5761355" h="2512060">
                <a:moveTo>
                  <a:pt x="4168401" y="2486032"/>
                </a:moveTo>
                <a:lnTo>
                  <a:pt x="3089857" y="2486032"/>
                </a:lnTo>
                <a:lnTo>
                  <a:pt x="3041913" y="2473332"/>
                </a:lnTo>
                <a:lnTo>
                  <a:pt x="4216346" y="2473332"/>
                </a:lnTo>
                <a:lnTo>
                  <a:pt x="4168401" y="2486032"/>
                </a:lnTo>
                <a:close/>
              </a:path>
              <a:path w="5761355" h="2512060">
                <a:moveTo>
                  <a:pt x="4071937" y="2498732"/>
                </a:moveTo>
                <a:lnTo>
                  <a:pt x="3186322" y="2498732"/>
                </a:lnTo>
                <a:lnTo>
                  <a:pt x="3137995" y="2486032"/>
                </a:lnTo>
                <a:lnTo>
                  <a:pt x="4120263" y="2486032"/>
                </a:lnTo>
                <a:lnTo>
                  <a:pt x="4071937" y="2498732"/>
                </a:lnTo>
                <a:close/>
              </a:path>
              <a:path w="5761355" h="2512060">
                <a:moveTo>
                  <a:pt x="3925861" y="2511487"/>
                </a:moveTo>
                <a:lnTo>
                  <a:pt x="3332362" y="2511487"/>
                </a:lnTo>
                <a:lnTo>
                  <a:pt x="3283527" y="2498732"/>
                </a:lnTo>
                <a:lnTo>
                  <a:pt x="3974731" y="2498732"/>
                </a:lnTo>
                <a:lnTo>
                  <a:pt x="3925861" y="2511487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2035" y="63207"/>
            <a:ext cx="12501314" cy="100499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959" y="294957"/>
            <a:ext cx="126276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Simplify</a:t>
            </a:r>
            <a:r>
              <a:rPr spc="254" dirty="0"/>
              <a:t> </a:t>
            </a:r>
            <a:r>
              <a:rPr dirty="0"/>
              <a:t>Complex</a:t>
            </a:r>
            <a:r>
              <a:rPr spc="254" dirty="0"/>
              <a:t> </a:t>
            </a:r>
            <a:r>
              <a:rPr spc="65" dirty="0"/>
              <a:t>Subsystem</a:t>
            </a:r>
            <a:r>
              <a:rPr spc="254" dirty="0"/>
              <a:t> </a:t>
            </a:r>
            <a:r>
              <a:rPr spc="55" dirty="0"/>
              <a:t>Access</a:t>
            </a:r>
            <a:r>
              <a:rPr spc="260" dirty="0"/>
              <a:t> </a:t>
            </a:r>
            <a:r>
              <a:rPr spc="60" dirty="0"/>
              <a:t>for</a:t>
            </a:r>
            <a:r>
              <a:rPr spc="254" dirty="0"/>
              <a:t> </a:t>
            </a:r>
            <a:r>
              <a:rPr spc="80" dirty="0"/>
              <a:t>Fast</a:t>
            </a:r>
            <a:r>
              <a:rPr spc="260" dirty="0"/>
              <a:t> </a:t>
            </a:r>
            <a:r>
              <a:rPr spc="70" dirty="0"/>
              <a:t>Bus</a:t>
            </a:r>
            <a:r>
              <a:rPr spc="260" dirty="0"/>
              <a:t> </a:t>
            </a:r>
            <a:r>
              <a:rPr dirty="0"/>
              <a:t>Control</a:t>
            </a:r>
            <a:r>
              <a:rPr spc="260" dirty="0"/>
              <a:t> </a:t>
            </a:r>
            <a:r>
              <a:rPr spc="-40" dirty="0"/>
              <a:t>(Problem</a:t>
            </a:r>
            <a:r>
              <a:rPr spc="254" dirty="0"/>
              <a:t> </a:t>
            </a:r>
            <a:r>
              <a:rPr spc="-25" dirty="0"/>
              <a:t>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959" y="831463"/>
            <a:ext cx="16734790" cy="17780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spc="-70" dirty="0">
                <a:solidFill>
                  <a:srgbClr val="B37D8F"/>
                </a:solidFill>
                <a:latin typeface="Arial Black"/>
                <a:cs typeface="Arial Black"/>
              </a:rPr>
              <a:t>Scenario:</a:t>
            </a:r>
            <a:endParaRPr sz="2500">
              <a:latin typeface="Arial Black"/>
              <a:cs typeface="Arial Black"/>
            </a:endParaRPr>
          </a:p>
          <a:p>
            <a:pPr marL="12700" marR="5080" indent="74930">
              <a:lnSpc>
                <a:spcPct val="114999"/>
              </a:lnSpc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user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40" dirty="0">
                <a:latin typeface="Arial Black"/>
                <a:cs typeface="Arial Black"/>
              </a:rPr>
              <a:t>wants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activate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"Fast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Mode"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5" dirty="0">
                <a:latin typeface="Arial Black"/>
                <a:cs typeface="Arial Black"/>
              </a:rPr>
              <a:t>upon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arriving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at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station,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which </a:t>
            </a:r>
            <a:r>
              <a:rPr sz="2500" spc="-170" dirty="0">
                <a:latin typeface="Arial Black"/>
                <a:cs typeface="Arial Black"/>
              </a:rPr>
              <a:t>will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turn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lights,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set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5" dirty="0">
                <a:latin typeface="Arial Black"/>
                <a:cs typeface="Arial Black"/>
              </a:rPr>
              <a:t>the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its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fastest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speed,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disable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alarms,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start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notifying</a:t>
            </a:r>
            <a:r>
              <a:rPr sz="2500" spc="-204" dirty="0">
                <a:latin typeface="Arial Black"/>
                <a:cs typeface="Arial Black"/>
              </a:rPr>
              <a:t> users </a:t>
            </a:r>
            <a:r>
              <a:rPr sz="2500" spc="-130" dirty="0">
                <a:latin typeface="Arial Black"/>
                <a:cs typeface="Arial Black"/>
              </a:rPr>
              <a:t>about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status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65" dirty="0">
                <a:latin typeface="Arial Black"/>
                <a:cs typeface="Arial Black"/>
              </a:rPr>
              <a:t>of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bus.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Instead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5" dirty="0">
                <a:latin typeface="Arial Black"/>
                <a:cs typeface="Arial Black"/>
              </a:rPr>
              <a:t>of </a:t>
            </a:r>
            <a:r>
              <a:rPr sz="2500" spc="-135" dirty="0">
                <a:latin typeface="Arial Black"/>
                <a:cs typeface="Arial Black"/>
              </a:rPr>
              <a:t>controlling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each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system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individually,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they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need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single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button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85" dirty="0">
                <a:latin typeface="Arial Black"/>
                <a:cs typeface="Arial Black"/>
              </a:rPr>
              <a:t>do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all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65" dirty="0">
                <a:latin typeface="Arial Black"/>
                <a:cs typeface="Arial Black"/>
              </a:rPr>
              <a:t>of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this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with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ease.</a:t>
            </a:r>
            <a:endParaRPr sz="25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3216" y="5212053"/>
            <a:ext cx="7956643" cy="45585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908" y="413113"/>
            <a:ext cx="105486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Solution</a:t>
            </a:r>
            <a:r>
              <a:rPr spc="325" dirty="0"/>
              <a:t> </a:t>
            </a:r>
            <a:r>
              <a:rPr spc="80" dirty="0"/>
              <a:t>using</a:t>
            </a:r>
            <a:r>
              <a:rPr spc="325" dirty="0"/>
              <a:t> </a:t>
            </a:r>
            <a:r>
              <a:rPr dirty="0"/>
              <a:t>Facade</a:t>
            </a:r>
            <a:r>
              <a:rPr spc="325" dirty="0"/>
              <a:t> </a:t>
            </a:r>
            <a:r>
              <a:rPr dirty="0"/>
              <a:t>Pattern</a:t>
            </a:r>
            <a:r>
              <a:rPr spc="325" dirty="0"/>
              <a:t> </a:t>
            </a:r>
            <a:r>
              <a:rPr spc="45" dirty="0"/>
              <a:t>(Structural</a:t>
            </a:r>
            <a:r>
              <a:rPr spc="335" dirty="0"/>
              <a:t> </a:t>
            </a:r>
            <a:r>
              <a:rPr dirty="0"/>
              <a:t>Design</a:t>
            </a:r>
            <a:r>
              <a:rPr spc="325" dirty="0"/>
              <a:t> </a:t>
            </a:r>
            <a:r>
              <a:rPr spc="-10" dirty="0"/>
              <a:t>Pattern):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0908" y="949618"/>
            <a:ext cx="17579340" cy="670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5915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48615" algn="l"/>
              </a:tabLst>
            </a:pPr>
            <a:r>
              <a:rPr sz="2500" spc="-220" dirty="0">
                <a:latin typeface="Arial Black"/>
                <a:cs typeface="Arial Black"/>
              </a:rPr>
              <a:t>A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35" dirty="0">
                <a:latin typeface="Arial Black"/>
                <a:cs typeface="Arial Black"/>
              </a:rPr>
              <a:t>Facade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named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FastBusModeFacade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provides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activateFastBusMode()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function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25" dirty="0">
                <a:latin typeface="Arial Black"/>
                <a:cs typeface="Arial Black"/>
              </a:rPr>
              <a:t>execute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all</a:t>
            </a:r>
            <a:r>
              <a:rPr sz="2500" spc="-190" dirty="0">
                <a:latin typeface="Arial Black"/>
                <a:cs typeface="Arial Black"/>
              </a:rPr>
              <a:t> commands </a:t>
            </a:r>
            <a:r>
              <a:rPr sz="2500" spc="-25" dirty="0">
                <a:latin typeface="Arial Black"/>
                <a:cs typeface="Arial Black"/>
              </a:rPr>
              <a:t>at </a:t>
            </a:r>
            <a:r>
              <a:rPr sz="2500" spc="-10" dirty="0">
                <a:latin typeface="Arial Black"/>
                <a:cs typeface="Arial Black"/>
              </a:rPr>
              <a:t>once.</a:t>
            </a:r>
            <a:endParaRPr sz="2500">
              <a:latin typeface="Arial Black"/>
              <a:cs typeface="Arial Black"/>
            </a:endParaRPr>
          </a:p>
          <a:p>
            <a:pPr marL="351790" indent="-33909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51790" algn="l"/>
              </a:tabLst>
            </a:pPr>
            <a:r>
              <a:rPr sz="2500" spc="-125" dirty="0">
                <a:latin typeface="Arial Black"/>
                <a:cs typeface="Arial Black"/>
              </a:rPr>
              <a:t>It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adds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activateAwayMode()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function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activate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260" dirty="0">
                <a:latin typeface="Arial Black"/>
                <a:cs typeface="Arial Black"/>
              </a:rPr>
              <a:t>Away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Mode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(turn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40" dirty="0">
                <a:latin typeface="Arial Black"/>
                <a:cs typeface="Arial Black"/>
              </a:rPr>
              <a:t>off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all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systems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activate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alarms).</a:t>
            </a:r>
            <a:endParaRPr sz="2500">
              <a:latin typeface="Arial Black"/>
              <a:cs typeface="Arial Black"/>
            </a:endParaRPr>
          </a:p>
          <a:p>
            <a:pPr marL="354330" indent="-34163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54330" algn="l"/>
              </a:tabLst>
            </a:pPr>
            <a:r>
              <a:rPr sz="2500" spc="-125" dirty="0">
                <a:latin typeface="Arial Black"/>
                <a:cs typeface="Arial Black"/>
              </a:rPr>
              <a:t>It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also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adds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activateNightMode()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function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set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sleep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mode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(low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speed,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outdoor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protection).</a:t>
            </a:r>
            <a:endParaRPr sz="2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00"/>
              </a:spcBef>
            </a:pPr>
            <a:r>
              <a:rPr sz="3200" dirty="0">
                <a:solidFill>
                  <a:srgbClr val="851B44"/>
                </a:solidFill>
                <a:latin typeface="Cambria"/>
                <a:cs typeface="Cambria"/>
              </a:rPr>
              <a:t>Use</a:t>
            </a:r>
            <a:r>
              <a:rPr sz="3200" spc="235" dirty="0">
                <a:solidFill>
                  <a:srgbClr val="851B44"/>
                </a:solidFill>
                <a:latin typeface="Cambria"/>
                <a:cs typeface="Cambria"/>
              </a:rPr>
              <a:t> </a:t>
            </a:r>
            <a:r>
              <a:rPr sz="3200" spc="70" dirty="0">
                <a:solidFill>
                  <a:srgbClr val="851B44"/>
                </a:solidFill>
                <a:latin typeface="Cambria"/>
                <a:cs typeface="Cambria"/>
              </a:rPr>
              <a:t>Case</a:t>
            </a:r>
            <a:r>
              <a:rPr sz="3200" spc="240" dirty="0">
                <a:solidFill>
                  <a:srgbClr val="851B44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851B44"/>
                </a:solidFill>
                <a:latin typeface="Cambria"/>
                <a:cs typeface="Cambria"/>
              </a:rPr>
              <a:t>Scenario:</a:t>
            </a:r>
            <a:endParaRPr sz="3200">
              <a:latin typeface="Cambria"/>
              <a:cs typeface="Cambria"/>
            </a:endParaRPr>
          </a:p>
          <a:p>
            <a:pPr marL="175260" lvl="1" indent="-162560">
              <a:lnSpc>
                <a:spcPct val="100000"/>
              </a:lnSpc>
              <a:spcBef>
                <a:spcPts val="835"/>
              </a:spcBef>
              <a:buClr>
                <a:srgbClr val="000000"/>
              </a:buClr>
              <a:buChar char="·"/>
              <a:tabLst>
                <a:tab pos="175260" algn="l"/>
              </a:tabLst>
            </a:pPr>
            <a:r>
              <a:rPr sz="2500" spc="-245" dirty="0">
                <a:solidFill>
                  <a:srgbClr val="B37D8F"/>
                </a:solidFill>
                <a:latin typeface="Arial Black"/>
                <a:cs typeface="Arial Black"/>
              </a:rPr>
              <a:t>Use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50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95" dirty="0">
                <a:solidFill>
                  <a:srgbClr val="B37D8F"/>
                </a:solidFill>
                <a:latin typeface="Arial Black"/>
                <a:cs typeface="Arial Black"/>
              </a:rPr>
              <a:t>Name: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Activate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40" dirty="0">
                <a:latin typeface="Arial Black"/>
                <a:cs typeface="Arial Black"/>
              </a:rPr>
              <a:t>Fast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Mode</a:t>
            </a:r>
            <a:endParaRPr sz="2500">
              <a:latin typeface="Arial Black"/>
              <a:cs typeface="Arial Black"/>
            </a:endParaRPr>
          </a:p>
          <a:p>
            <a:pPr marL="175260" lvl="1" indent="-162560"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Char char="·"/>
              <a:tabLst>
                <a:tab pos="175260" algn="l"/>
              </a:tabLst>
            </a:pPr>
            <a:r>
              <a:rPr sz="2500" spc="-180" dirty="0">
                <a:solidFill>
                  <a:srgbClr val="B37D8F"/>
                </a:solidFill>
                <a:latin typeface="Arial Black"/>
                <a:cs typeface="Arial Black"/>
              </a:rPr>
              <a:t>Actors:</a:t>
            </a:r>
            <a:r>
              <a:rPr sz="2500" spc="-19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45" dirty="0">
                <a:latin typeface="Arial Black"/>
                <a:cs typeface="Arial Black"/>
              </a:rPr>
              <a:t>User,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FastBusModeFacade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(as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254" dirty="0">
                <a:latin typeface="Arial Black"/>
                <a:cs typeface="Arial Black"/>
              </a:rPr>
              <a:t>a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technical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actor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representing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intermediate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system)</a:t>
            </a:r>
            <a:endParaRPr sz="2500">
              <a:latin typeface="Arial Black"/>
              <a:cs typeface="Arial Black"/>
            </a:endParaRPr>
          </a:p>
          <a:p>
            <a:pPr marL="175260" lvl="1" indent="-162560"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Char char="·"/>
              <a:tabLst>
                <a:tab pos="175260" algn="l"/>
              </a:tabLst>
            </a:pPr>
            <a:r>
              <a:rPr sz="2500" spc="-145" dirty="0">
                <a:solidFill>
                  <a:srgbClr val="B37D8F"/>
                </a:solidFill>
                <a:latin typeface="Arial Black"/>
                <a:cs typeface="Arial Black"/>
              </a:rPr>
              <a:t>Main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0" dirty="0">
                <a:solidFill>
                  <a:srgbClr val="B37D8F"/>
                </a:solidFill>
                <a:latin typeface="Arial Black"/>
                <a:cs typeface="Arial Black"/>
              </a:rPr>
              <a:t>Flow:</a:t>
            </a:r>
            <a:endParaRPr sz="2500">
              <a:latin typeface="Arial Black"/>
              <a:cs typeface="Arial Black"/>
            </a:endParaRPr>
          </a:p>
          <a:p>
            <a:pPr marL="348615" indent="-335915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48615" algn="l"/>
              </a:tabLst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user</a:t>
            </a:r>
            <a:r>
              <a:rPr sz="2500" spc="-215" dirty="0">
                <a:latin typeface="Arial Black"/>
                <a:cs typeface="Arial Black"/>
              </a:rPr>
              <a:t> presses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"Fast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Mode"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button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app.</a:t>
            </a:r>
            <a:endParaRPr sz="2500">
              <a:latin typeface="Arial Black"/>
              <a:cs typeface="Arial Black"/>
            </a:endParaRPr>
          </a:p>
          <a:p>
            <a:pPr marL="351790" indent="-33909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51790" algn="l"/>
              </a:tabLst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app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200" dirty="0">
                <a:latin typeface="Arial Black"/>
                <a:cs typeface="Arial Black"/>
              </a:rPr>
              <a:t>calls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activateFastBusMode()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function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from</a:t>
            </a:r>
            <a:r>
              <a:rPr sz="2500" spc="-18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FastBusModeFacade.</a:t>
            </a:r>
            <a:endParaRPr sz="2500">
              <a:latin typeface="Arial Black"/>
              <a:cs typeface="Arial Black"/>
            </a:endParaRPr>
          </a:p>
          <a:p>
            <a:pPr marL="12700" marR="406400" indent="341630">
              <a:lnSpc>
                <a:spcPct val="114999"/>
              </a:lnSpc>
              <a:buAutoNum type="arabicPeriod"/>
              <a:tabLst>
                <a:tab pos="354330" algn="l"/>
              </a:tabLst>
            </a:pP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system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turns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lights,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5" dirty="0">
                <a:latin typeface="Arial Black"/>
                <a:cs typeface="Arial Black"/>
              </a:rPr>
              <a:t>sets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its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fastest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speed,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disables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alarm,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starts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notifying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50" dirty="0">
                <a:latin typeface="Arial Black"/>
                <a:cs typeface="Arial Black"/>
              </a:rPr>
              <a:t>users </a:t>
            </a:r>
            <a:r>
              <a:rPr sz="2500" spc="-130" dirty="0">
                <a:latin typeface="Arial Black"/>
                <a:cs typeface="Arial Black"/>
              </a:rPr>
              <a:t>about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35" dirty="0">
                <a:latin typeface="Arial Black"/>
                <a:cs typeface="Arial Black"/>
              </a:rPr>
              <a:t>status.</a:t>
            </a:r>
            <a:endParaRPr sz="2500">
              <a:latin typeface="Arial Black"/>
              <a:cs typeface="Arial Black"/>
            </a:endParaRPr>
          </a:p>
          <a:p>
            <a:pPr marL="368300" indent="-35560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68300" algn="l"/>
              </a:tabLst>
            </a:pPr>
            <a:r>
              <a:rPr sz="2500" spc="-140" dirty="0">
                <a:latin typeface="Arial Black"/>
                <a:cs typeface="Arial Black"/>
              </a:rPr>
              <a:t>Postcondition:</a:t>
            </a:r>
            <a:r>
              <a:rPr sz="2500" spc="-220" dirty="0">
                <a:latin typeface="Arial Black"/>
                <a:cs typeface="Arial Black"/>
              </a:rPr>
              <a:t> The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is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ready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travel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with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all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systems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fast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mode.</a:t>
            </a:r>
            <a:endParaRPr sz="2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220" dirty="0">
                <a:latin typeface="Arial Black"/>
                <a:cs typeface="Arial Black"/>
              </a:rPr>
              <a:t>This</a:t>
            </a:r>
            <a:r>
              <a:rPr sz="2500" spc="-210" dirty="0">
                <a:latin typeface="Arial Black"/>
                <a:cs typeface="Arial Black"/>
              </a:rPr>
              <a:t> is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adjusted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scenario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75" dirty="0">
                <a:latin typeface="Arial Black"/>
                <a:cs typeface="Arial Black"/>
              </a:rPr>
              <a:t>for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problem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4,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focusing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fast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system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without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any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extra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additions.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41985" y="1"/>
            <a:ext cx="4946015" cy="1028700"/>
          </a:xfrm>
          <a:custGeom>
            <a:avLst/>
            <a:gdLst/>
            <a:ahLst/>
            <a:cxnLst/>
            <a:rect l="l" t="t" r="r" b="b"/>
            <a:pathLst>
              <a:path w="4946015" h="1028700">
                <a:moveTo>
                  <a:pt x="3445295" y="965199"/>
                </a:moveTo>
                <a:lnTo>
                  <a:pt x="1891322" y="965199"/>
                </a:lnTo>
                <a:lnTo>
                  <a:pt x="1343421" y="812799"/>
                </a:lnTo>
                <a:lnTo>
                  <a:pt x="1299356" y="800099"/>
                </a:lnTo>
                <a:lnTo>
                  <a:pt x="1255554" y="774699"/>
                </a:lnTo>
                <a:lnTo>
                  <a:pt x="1168757" y="749299"/>
                </a:lnTo>
                <a:lnTo>
                  <a:pt x="1125769" y="723899"/>
                </a:lnTo>
                <a:lnTo>
                  <a:pt x="1083060" y="711199"/>
                </a:lnTo>
                <a:lnTo>
                  <a:pt x="1040634" y="685799"/>
                </a:lnTo>
                <a:lnTo>
                  <a:pt x="998495" y="673099"/>
                </a:lnTo>
                <a:lnTo>
                  <a:pt x="956646" y="647699"/>
                </a:lnTo>
                <a:lnTo>
                  <a:pt x="915092" y="634999"/>
                </a:lnTo>
                <a:lnTo>
                  <a:pt x="832885" y="584199"/>
                </a:lnTo>
                <a:lnTo>
                  <a:pt x="792238" y="571499"/>
                </a:lnTo>
                <a:lnTo>
                  <a:pt x="672176" y="495299"/>
                </a:lnTo>
                <a:lnTo>
                  <a:pt x="632795" y="482599"/>
                </a:lnTo>
                <a:lnTo>
                  <a:pt x="516620" y="406399"/>
                </a:lnTo>
                <a:lnTo>
                  <a:pt x="403485" y="330199"/>
                </a:lnTo>
                <a:lnTo>
                  <a:pt x="329802" y="279399"/>
                </a:lnTo>
                <a:lnTo>
                  <a:pt x="293494" y="253999"/>
                </a:lnTo>
                <a:lnTo>
                  <a:pt x="257547" y="215899"/>
                </a:lnTo>
                <a:lnTo>
                  <a:pt x="186753" y="165099"/>
                </a:lnTo>
                <a:lnTo>
                  <a:pt x="151912" y="139699"/>
                </a:lnTo>
                <a:lnTo>
                  <a:pt x="117449" y="101599"/>
                </a:lnTo>
                <a:lnTo>
                  <a:pt x="49668" y="50799"/>
                </a:lnTo>
                <a:lnTo>
                  <a:pt x="16359" y="12699"/>
                </a:lnTo>
                <a:lnTo>
                  <a:pt x="0" y="0"/>
                </a:lnTo>
                <a:lnTo>
                  <a:pt x="4946013" y="0"/>
                </a:lnTo>
                <a:lnTo>
                  <a:pt x="4946013" y="321318"/>
                </a:lnTo>
                <a:lnTo>
                  <a:pt x="4933131" y="330199"/>
                </a:lnTo>
                <a:lnTo>
                  <a:pt x="4819996" y="406399"/>
                </a:lnTo>
                <a:lnTo>
                  <a:pt x="4703822" y="482599"/>
                </a:lnTo>
                <a:lnTo>
                  <a:pt x="4664440" y="495299"/>
                </a:lnTo>
                <a:lnTo>
                  <a:pt x="4544378" y="571499"/>
                </a:lnTo>
                <a:lnTo>
                  <a:pt x="4503732" y="584199"/>
                </a:lnTo>
                <a:lnTo>
                  <a:pt x="4421524" y="634999"/>
                </a:lnTo>
                <a:lnTo>
                  <a:pt x="4379970" y="647699"/>
                </a:lnTo>
                <a:lnTo>
                  <a:pt x="4338122" y="673099"/>
                </a:lnTo>
                <a:lnTo>
                  <a:pt x="4295982" y="685799"/>
                </a:lnTo>
                <a:lnTo>
                  <a:pt x="4253556" y="711199"/>
                </a:lnTo>
                <a:lnTo>
                  <a:pt x="4210848" y="723899"/>
                </a:lnTo>
                <a:lnTo>
                  <a:pt x="4167860" y="749299"/>
                </a:lnTo>
                <a:lnTo>
                  <a:pt x="4081062" y="774699"/>
                </a:lnTo>
                <a:lnTo>
                  <a:pt x="4037261" y="800099"/>
                </a:lnTo>
                <a:lnTo>
                  <a:pt x="3993196" y="812799"/>
                </a:lnTo>
                <a:lnTo>
                  <a:pt x="3445295" y="965199"/>
                </a:lnTo>
                <a:close/>
              </a:path>
              <a:path w="4946015" h="1028700">
                <a:moveTo>
                  <a:pt x="3303272" y="990599"/>
                </a:moveTo>
                <a:lnTo>
                  <a:pt x="2033344" y="990599"/>
                </a:lnTo>
                <a:lnTo>
                  <a:pt x="1938455" y="965199"/>
                </a:lnTo>
                <a:lnTo>
                  <a:pt x="3398161" y="965199"/>
                </a:lnTo>
                <a:lnTo>
                  <a:pt x="3303272" y="990599"/>
                </a:lnTo>
                <a:close/>
              </a:path>
              <a:path w="4946015" h="1028700">
                <a:moveTo>
                  <a:pt x="3207580" y="1003299"/>
                </a:moveTo>
                <a:lnTo>
                  <a:pt x="2129036" y="1003299"/>
                </a:lnTo>
                <a:lnTo>
                  <a:pt x="2081092" y="990599"/>
                </a:lnTo>
                <a:lnTo>
                  <a:pt x="3255525" y="990599"/>
                </a:lnTo>
                <a:lnTo>
                  <a:pt x="3207580" y="1003299"/>
                </a:lnTo>
                <a:close/>
              </a:path>
              <a:path w="4946015" h="1028700">
                <a:moveTo>
                  <a:pt x="3111116" y="1015999"/>
                </a:moveTo>
                <a:lnTo>
                  <a:pt x="2225501" y="1015999"/>
                </a:lnTo>
                <a:lnTo>
                  <a:pt x="2177174" y="1003299"/>
                </a:lnTo>
                <a:lnTo>
                  <a:pt x="3159442" y="1003299"/>
                </a:lnTo>
                <a:lnTo>
                  <a:pt x="3111116" y="1015999"/>
                </a:lnTo>
                <a:close/>
              </a:path>
              <a:path w="4946015" h="1028700">
                <a:moveTo>
                  <a:pt x="2965040" y="1028699"/>
                </a:moveTo>
                <a:lnTo>
                  <a:pt x="2371577" y="1028699"/>
                </a:lnTo>
                <a:lnTo>
                  <a:pt x="2322706" y="1015999"/>
                </a:lnTo>
                <a:lnTo>
                  <a:pt x="3013910" y="1015999"/>
                </a:lnTo>
                <a:lnTo>
                  <a:pt x="2965040" y="1028699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963607"/>
            <a:ext cx="6340475" cy="2323465"/>
          </a:xfrm>
          <a:custGeom>
            <a:avLst/>
            <a:gdLst/>
            <a:ahLst/>
            <a:cxnLst/>
            <a:rect l="l" t="t" r="r" b="b"/>
            <a:pathLst>
              <a:path w="6340475" h="2323465">
                <a:moveTo>
                  <a:pt x="2934470" y="12699"/>
                </a:moveTo>
                <a:lnTo>
                  <a:pt x="2636283" y="12699"/>
                </a:lnTo>
                <a:lnTo>
                  <a:pt x="2685824" y="0"/>
                </a:lnTo>
                <a:lnTo>
                  <a:pt x="2884929" y="0"/>
                </a:lnTo>
                <a:lnTo>
                  <a:pt x="2934470" y="12699"/>
                </a:lnTo>
                <a:close/>
              </a:path>
              <a:path w="6340475" h="2323465">
                <a:moveTo>
                  <a:pt x="3130979" y="25399"/>
                </a:moveTo>
                <a:lnTo>
                  <a:pt x="2439774" y="25399"/>
                </a:lnTo>
                <a:lnTo>
                  <a:pt x="2488645" y="12699"/>
                </a:lnTo>
                <a:lnTo>
                  <a:pt x="3082108" y="12699"/>
                </a:lnTo>
                <a:lnTo>
                  <a:pt x="3130979" y="25399"/>
                </a:lnTo>
                <a:close/>
              </a:path>
              <a:path w="6340475" h="2323465">
                <a:moveTo>
                  <a:pt x="3276511" y="38099"/>
                </a:moveTo>
                <a:lnTo>
                  <a:pt x="2294242" y="38099"/>
                </a:lnTo>
                <a:lnTo>
                  <a:pt x="2342569" y="25399"/>
                </a:lnTo>
                <a:lnTo>
                  <a:pt x="3228184" y="25399"/>
                </a:lnTo>
                <a:lnTo>
                  <a:pt x="3276511" y="38099"/>
                </a:lnTo>
                <a:close/>
              </a:path>
              <a:path w="6340475" h="2323465">
                <a:moveTo>
                  <a:pt x="3372593" y="50799"/>
                </a:moveTo>
                <a:lnTo>
                  <a:pt x="2198160" y="50799"/>
                </a:lnTo>
                <a:lnTo>
                  <a:pt x="2246105" y="38099"/>
                </a:lnTo>
                <a:lnTo>
                  <a:pt x="3324649" y="38099"/>
                </a:lnTo>
                <a:lnTo>
                  <a:pt x="3372593" y="50799"/>
                </a:lnTo>
                <a:close/>
              </a:path>
              <a:path w="6340475" h="2323465">
                <a:moveTo>
                  <a:pt x="3515230" y="76199"/>
                </a:moveTo>
                <a:lnTo>
                  <a:pt x="2055523" y="76199"/>
                </a:lnTo>
                <a:lnTo>
                  <a:pt x="2150412" y="50799"/>
                </a:lnTo>
                <a:lnTo>
                  <a:pt x="3420341" y="50799"/>
                </a:lnTo>
                <a:lnTo>
                  <a:pt x="3515230" y="76199"/>
                </a:lnTo>
                <a:close/>
              </a:path>
              <a:path w="6340475" h="2323465">
                <a:moveTo>
                  <a:pt x="3748732" y="126999"/>
                </a:moveTo>
                <a:lnTo>
                  <a:pt x="1822022" y="126999"/>
                </a:lnTo>
                <a:lnTo>
                  <a:pt x="2008390" y="76199"/>
                </a:lnTo>
                <a:lnTo>
                  <a:pt x="3562363" y="76199"/>
                </a:lnTo>
                <a:lnTo>
                  <a:pt x="3748732" y="126999"/>
                </a:lnTo>
                <a:close/>
              </a:path>
              <a:path w="6340475" h="2323465">
                <a:moveTo>
                  <a:pt x="6340390" y="2323391"/>
                </a:moveTo>
                <a:lnTo>
                  <a:pt x="0" y="2323391"/>
                </a:lnTo>
                <a:lnTo>
                  <a:pt x="0" y="1148051"/>
                </a:lnTo>
                <a:lnTo>
                  <a:pt x="4151" y="1142999"/>
                </a:lnTo>
                <a:lnTo>
                  <a:pt x="35868" y="1117599"/>
                </a:lnTo>
                <a:lnTo>
                  <a:pt x="67988" y="1079499"/>
                </a:lnTo>
                <a:lnTo>
                  <a:pt x="100510" y="1054099"/>
                </a:lnTo>
                <a:lnTo>
                  <a:pt x="133427" y="1015999"/>
                </a:lnTo>
                <a:lnTo>
                  <a:pt x="200435" y="965199"/>
                </a:lnTo>
                <a:lnTo>
                  <a:pt x="234517" y="927099"/>
                </a:lnTo>
                <a:lnTo>
                  <a:pt x="303821" y="876299"/>
                </a:lnTo>
                <a:lnTo>
                  <a:pt x="339034" y="850899"/>
                </a:lnTo>
                <a:lnTo>
                  <a:pt x="374615" y="812799"/>
                </a:lnTo>
                <a:lnTo>
                  <a:pt x="446870" y="761999"/>
                </a:lnTo>
                <a:lnTo>
                  <a:pt x="557921" y="685799"/>
                </a:lnTo>
                <a:lnTo>
                  <a:pt x="672081" y="609599"/>
                </a:lnTo>
                <a:lnTo>
                  <a:pt x="789245" y="533399"/>
                </a:lnTo>
                <a:lnTo>
                  <a:pt x="828949" y="520699"/>
                </a:lnTo>
                <a:lnTo>
                  <a:pt x="949953" y="444499"/>
                </a:lnTo>
                <a:lnTo>
                  <a:pt x="990906" y="431799"/>
                </a:lnTo>
                <a:lnTo>
                  <a:pt x="1032161" y="406399"/>
                </a:lnTo>
                <a:lnTo>
                  <a:pt x="1073715" y="393699"/>
                </a:lnTo>
                <a:lnTo>
                  <a:pt x="1157702" y="342899"/>
                </a:lnTo>
                <a:lnTo>
                  <a:pt x="1242837" y="317499"/>
                </a:lnTo>
                <a:lnTo>
                  <a:pt x="1285825" y="292099"/>
                </a:lnTo>
                <a:lnTo>
                  <a:pt x="1372622" y="266699"/>
                </a:lnTo>
                <a:lnTo>
                  <a:pt x="1416424" y="241299"/>
                </a:lnTo>
                <a:lnTo>
                  <a:pt x="1594225" y="190499"/>
                </a:lnTo>
                <a:lnTo>
                  <a:pt x="1639304" y="165099"/>
                </a:lnTo>
                <a:lnTo>
                  <a:pt x="1775990" y="126999"/>
                </a:lnTo>
                <a:lnTo>
                  <a:pt x="3794763" y="126999"/>
                </a:lnTo>
                <a:lnTo>
                  <a:pt x="3931449" y="165099"/>
                </a:lnTo>
                <a:lnTo>
                  <a:pt x="3976528" y="190499"/>
                </a:lnTo>
                <a:lnTo>
                  <a:pt x="4154329" y="241299"/>
                </a:lnTo>
                <a:lnTo>
                  <a:pt x="4198131" y="266699"/>
                </a:lnTo>
                <a:lnTo>
                  <a:pt x="4284928" y="292099"/>
                </a:lnTo>
                <a:lnTo>
                  <a:pt x="4327916" y="317499"/>
                </a:lnTo>
                <a:lnTo>
                  <a:pt x="4413051" y="342899"/>
                </a:lnTo>
                <a:lnTo>
                  <a:pt x="4497038" y="393699"/>
                </a:lnTo>
                <a:lnTo>
                  <a:pt x="4538592" y="406399"/>
                </a:lnTo>
                <a:lnTo>
                  <a:pt x="4579847" y="431799"/>
                </a:lnTo>
                <a:lnTo>
                  <a:pt x="4620800" y="444499"/>
                </a:lnTo>
                <a:lnTo>
                  <a:pt x="4741805" y="520699"/>
                </a:lnTo>
                <a:lnTo>
                  <a:pt x="4781508" y="533399"/>
                </a:lnTo>
                <a:lnTo>
                  <a:pt x="4898672" y="609599"/>
                </a:lnTo>
                <a:lnTo>
                  <a:pt x="5012832" y="685799"/>
                </a:lnTo>
                <a:lnTo>
                  <a:pt x="5123883" y="761999"/>
                </a:lnTo>
                <a:lnTo>
                  <a:pt x="5196138" y="812799"/>
                </a:lnTo>
                <a:lnTo>
                  <a:pt x="5231719" y="850899"/>
                </a:lnTo>
                <a:lnTo>
                  <a:pt x="5266932" y="876299"/>
                </a:lnTo>
                <a:lnTo>
                  <a:pt x="5336236" y="927099"/>
                </a:lnTo>
                <a:lnTo>
                  <a:pt x="5370318" y="965199"/>
                </a:lnTo>
                <a:lnTo>
                  <a:pt x="5437326" y="1015999"/>
                </a:lnTo>
                <a:lnTo>
                  <a:pt x="5470244" y="1054099"/>
                </a:lnTo>
                <a:lnTo>
                  <a:pt x="5502765" y="1079499"/>
                </a:lnTo>
                <a:lnTo>
                  <a:pt x="5534886" y="1117599"/>
                </a:lnTo>
                <a:lnTo>
                  <a:pt x="5566602" y="1142999"/>
                </a:lnTo>
                <a:lnTo>
                  <a:pt x="5597911" y="1181099"/>
                </a:lnTo>
                <a:lnTo>
                  <a:pt x="5628808" y="1206499"/>
                </a:lnTo>
                <a:lnTo>
                  <a:pt x="5659289" y="1244599"/>
                </a:lnTo>
                <a:lnTo>
                  <a:pt x="5689351" y="1282699"/>
                </a:lnTo>
                <a:lnTo>
                  <a:pt x="5718989" y="1308099"/>
                </a:lnTo>
                <a:lnTo>
                  <a:pt x="5748199" y="1346199"/>
                </a:lnTo>
                <a:lnTo>
                  <a:pt x="5776978" y="1384299"/>
                </a:lnTo>
                <a:lnTo>
                  <a:pt x="5805321" y="1409699"/>
                </a:lnTo>
                <a:lnTo>
                  <a:pt x="5833226" y="1447799"/>
                </a:lnTo>
                <a:lnTo>
                  <a:pt x="5860687" y="1485899"/>
                </a:lnTo>
                <a:lnTo>
                  <a:pt x="5887701" y="1523999"/>
                </a:lnTo>
                <a:lnTo>
                  <a:pt x="5914264" y="1549399"/>
                </a:lnTo>
                <a:lnTo>
                  <a:pt x="5940372" y="1587499"/>
                </a:lnTo>
                <a:lnTo>
                  <a:pt x="5966022" y="1625599"/>
                </a:lnTo>
                <a:lnTo>
                  <a:pt x="5991208" y="1663699"/>
                </a:lnTo>
                <a:lnTo>
                  <a:pt x="6015929" y="1701799"/>
                </a:lnTo>
                <a:lnTo>
                  <a:pt x="6040178" y="1739899"/>
                </a:lnTo>
                <a:lnTo>
                  <a:pt x="6063953" y="1777999"/>
                </a:lnTo>
                <a:lnTo>
                  <a:pt x="6087250" y="1816099"/>
                </a:lnTo>
                <a:lnTo>
                  <a:pt x="6110065" y="1854199"/>
                </a:lnTo>
                <a:lnTo>
                  <a:pt x="6132393" y="1892299"/>
                </a:lnTo>
                <a:lnTo>
                  <a:pt x="6154232" y="1930399"/>
                </a:lnTo>
                <a:lnTo>
                  <a:pt x="6175576" y="1968499"/>
                </a:lnTo>
                <a:lnTo>
                  <a:pt x="6196423" y="2006599"/>
                </a:lnTo>
                <a:lnTo>
                  <a:pt x="6216768" y="2044699"/>
                </a:lnTo>
                <a:lnTo>
                  <a:pt x="6236607" y="2082799"/>
                </a:lnTo>
                <a:lnTo>
                  <a:pt x="6255936" y="2133599"/>
                </a:lnTo>
                <a:lnTo>
                  <a:pt x="6274753" y="2171699"/>
                </a:lnTo>
                <a:lnTo>
                  <a:pt x="6293051" y="2209799"/>
                </a:lnTo>
                <a:lnTo>
                  <a:pt x="6310828" y="2247899"/>
                </a:lnTo>
                <a:lnTo>
                  <a:pt x="6328081" y="2285999"/>
                </a:lnTo>
                <a:lnTo>
                  <a:pt x="6340390" y="2323391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411" y="194478"/>
            <a:ext cx="17668874" cy="75723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895" y="282262"/>
            <a:ext cx="62160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195" dirty="0"/>
              <a:t> </a:t>
            </a:r>
            <a:r>
              <a:rPr dirty="0"/>
              <a:t>Case:</a:t>
            </a:r>
            <a:r>
              <a:rPr spc="195" dirty="0"/>
              <a:t> </a:t>
            </a:r>
            <a:r>
              <a:rPr spc="105" dirty="0"/>
              <a:t>Activate</a:t>
            </a:r>
            <a:r>
              <a:rPr spc="190" dirty="0"/>
              <a:t> </a:t>
            </a:r>
            <a:r>
              <a:rPr spc="80" dirty="0"/>
              <a:t>Fast</a:t>
            </a:r>
            <a:r>
              <a:rPr spc="195" dirty="0"/>
              <a:t> </a:t>
            </a:r>
            <a:r>
              <a:rPr spc="70" dirty="0"/>
              <a:t>Bus</a:t>
            </a:r>
            <a:r>
              <a:rPr spc="195" dirty="0"/>
              <a:t> </a:t>
            </a:r>
            <a:r>
              <a:rPr spc="-20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449" y="952493"/>
            <a:ext cx="18039715" cy="51371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48615" indent="-335915" algn="just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348615" algn="l"/>
              </a:tabLst>
            </a:pPr>
            <a:r>
              <a:rPr sz="2500" spc="-270" dirty="0">
                <a:solidFill>
                  <a:srgbClr val="B37D8F"/>
                </a:solidFill>
                <a:latin typeface="Arial Black"/>
                <a:cs typeface="Arial Black"/>
              </a:rPr>
              <a:t>Test</a:t>
            </a:r>
            <a:r>
              <a:rPr sz="2500" spc="-22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50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500" spc="-22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35" dirty="0">
                <a:solidFill>
                  <a:srgbClr val="B37D8F"/>
                </a:solidFill>
                <a:latin typeface="Arial Black"/>
                <a:cs typeface="Arial Black"/>
              </a:rPr>
              <a:t>ID:</a:t>
            </a:r>
            <a:r>
              <a:rPr sz="2500" spc="-22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TC_FastBus_001</a:t>
            </a:r>
            <a:endParaRPr sz="2500">
              <a:latin typeface="Arial Black"/>
              <a:cs typeface="Arial Black"/>
            </a:endParaRPr>
          </a:p>
          <a:p>
            <a:pPr marL="351790" indent="-339090" algn="just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51790" algn="l"/>
              </a:tabLst>
            </a:pPr>
            <a:r>
              <a:rPr sz="2500" spc="-270" dirty="0">
                <a:solidFill>
                  <a:srgbClr val="B37D8F"/>
                </a:solidFill>
                <a:latin typeface="Arial Black"/>
                <a:cs typeface="Arial Black"/>
              </a:rPr>
              <a:t>Test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250" dirty="0">
                <a:solidFill>
                  <a:srgbClr val="B37D8F"/>
                </a:solidFill>
                <a:latin typeface="Arial Black"/>
                <a:cs typeface="Arial Black"/>
              </a:rPr>
              <a:t>Case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95" dirty="0">
                <a:solidFill>
                  <a:srgbClr val="B37D8F"/>
                </a:solidFill>
                <a:latin typeface="Arial Black"/>
                <a:cs typeface="Arial Black"/>
              </a:rPr>
              <a:t>Name:</a:t>
            </a:r>
            <a:r>
              <a:rPr sz="2500" spc="-21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Activate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40" dirty="0">
                <a:latin typeface="Arial Black"/>
                <a:cs typeface="Arial Black"/>
              </a:rPr>
              <a:t>Fast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Mode</a:t>
            </a:r>
            <a:endParaRPr sz="2500">
              <a:latin typeface="Arial Black"/>
              <a:cs typeface="Arial Black"/>
            </a:endParaRPr>
          </a:p>
          <a:p>
            <a:pPr marL="354330" indent="-341630" algn="just">
              <a:lnSpc>
                <a:spcPct val="100000"/>
              </a:lnSpc>
              <a:spcBef>
                <a:spcPts val="1600"/>
              </a:spcBef>
              <a:buAutoNum type="arabicPeriod"/>
              <a:tabLst>
                <a:tab pos="354330" algn="l"/>
              </a:tabLst>
            </a:pPr>
            <a:r>
              <a:rPr sz="2500" spc="-60" dirty="0">
                <a:solidFill>
                  <a:srgbClr val="B37D8F"/>
                </a:solidFill>
                <a:latin typeface="Arial Black"/>
                <a:cs typeface="Arial Black"/>
              </a:rPr>
              <a:t>Description:</a:t>
            </a:r>
            <a:endParaRPr sz="2500">
              <a:latin typeface="Arial Black"/>
              <a:cs typeface="Arial Black"/>
            </a:endParaRPr>
          </a:p>
          <a:p>
            <a:pPr marL="12700" marR="5080" algn="just">
              <a:lnSpc>
                <a:spcPct val="114999"/>
              </a:lnSpc>
            </a:pPr>
            <a:r>
              <a:rPr sz="2500" spc="-295" dirty="0">
                <a:latin typeface="Arial Black"/>
                <a:cs typeface="Arial Black"/>
              </a:rPr>
              <a:t>This</a:t>
            </a:r>
            <a:r>
              <a:rPr sz="2500" spc="85" dirty="0">
                <a:latin typeface="Arial Black"/>
                <a:cs typeface="Arial Black"/>
              </a:rPr>
              <a:t> </a:t>
            </a:r>
            <a:r>
              <a:rPr sz="2500" spc="-229" dirty="0">
                <a:latin typeface="Arial Black"/>
                <a:cs typeface="Arial Black"/>
              </a:rPr>
              <a:t>test</a:t>
            </a:r>
            <a:r>
              <a:rPr sz="2500" spc="20" dirty="0">
                <a:latin typeface="Arial Black"/>
                <a:cs typeface="Arial Black"/>
              </a:rPr>
              <a:t> </a:t>
            </a:r>
            <a:r>
              <a:rPr sz="2500" spc="-360" dirty="0">
                <a:latin typeface="Arial Black"/>
                <a:cs typeface="Arial Black"/>
              </a:rPr>
              <a:t>case</a:t>
            </a:r>
            <a:r>
              <a:rPr sz="2500" spc="150" dirty="0">
                <a:latin typeface="Arial Black"/>
                <a:cs typeface="Arial Black"/>
              </a:rPr>
              <a:t> </a:t>
            </a:r>
            <a:r>
              <a:rPr sz="2500" spc="-229" dirty="0">
                <a:latin typeface="Arial Black"/>
                <a:cs typeface="Arial Black"/>
              </a:rPr>
              <a:t>ensures</a:t>
            </a:r>
            <a:r>
              <a:rPr sz="2500" spc="20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that</a:t>
            </a:r>
            <a:r>
              <a:rPr sz="2500" spc="-20" dirty="0">
                <a:latin typeface="Arial Black"/>
                <a:cs typeface="Arial Black"/>
              </a:rPr>
              <a:t> </a:t>
            </a:r>
            <a:r>
              <a:rPr sz="2500" spc="-285" dirty="0">
                <a:latin typeface="Arial Black"/>
                <a:cs typeface="Arial Black"/>
              </a:rPr>
              <a:t>when</a:t>
            </a:r>
            <a:r>
              <a:rPr sz="2500" spc="75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the</a:t>
            </a:r>
            <a:r>
              <a:rPr sz="2500" spc="5" dirty="0">
                <a:latin typeface="Arial Black"/>
                <a:cs typeface="Arial Black"/>
              </a:rPr>
              <a:t> </a:t>
            </a:r>
            <a:r>
              <a:rPr sz="2500" spc="-275" dirty="0">
                <a:latin typeface="Arial Black"/>
                <a:cs typeface="Arial Black"/>
              </a:rPr>
              <a:t>"Fast</a:t>
            </a:r>
            <a:r>
              <a:rPr sz="2500" spc="70" dirty="0">
                <a:latin typeface="Arial Black"/>
                <a:cs typeface="Arial Black"/>
              </a:rPr>
              <a:t> </a:t>
            </a:r>
            <a:r>
              <a:rPr sz="2500" spc="-340" dirty="0">
                <a:latin typeface="Arial Black"/>
                <a:cs typeface="Arial Black"/>
              </a:rPr>
              <a:t>Bus</a:t>
            </a:r>
            <a:r>
              <a:rPr sz="2500" spc="13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Mode"</a:t>
            </a:r>
            <a:r>
              <a:rPr sz="2500" spc="-65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button</a:t>
            </a:r>
            <a:r>
              <a:rPr sz="2500" spc="-90" dirty="0">
                <a:latin typeface="Arial Black"/>
                <a:cs typeface="Arial Black"/>
              </a:rPr>
              <a:t> </a:t>
            </a:r>
            <a:r>
              <a:rPr sz="2500" spc="-445" dirty="0">
                <a:latin typeface="Arial Black"/>
                <a:cs typeface="Arial Black"/>
              </a:rPr>
              <a:t>is</a:t>
            </a:r>
            <a:r>
              <a:rPr sz="2500" spc="235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pressed,</a:t>
            </a:r>
            <a:r>
              <a:rPr sz="2500" spc="-5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all</a:t>
            </a:r>
            <a:r>
              <a:rPr sz="2500" spc="7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the</a:t>
            </a:r>
            <a:r>
              <a:rPr sz="2500" spc="70" dirty="0">
                <a:latin typeface="Arial Black"/>
                <a:cs typeface="Arial Black"/>
              </a:rPr>
              <a:t> </a:t>
            </a:r>
            <a:r>
              <a:rPr sz="2500" spc="-229" dirty="0">
                <a:latin typeface="Arial Black"/>
                <a:cs typeface="Arial Black"/>
              </a:rPr>
              <a:t>necessary</a:t>
            </a:r>
            <a:r>
              <a:rPr sz="2500" spc="75" dirty="0">
                <a:latin typeface="Arial Black"/>
                <a:cs typeface="Arial Black"/>
              </a:rPr>
              <a:t> </a:t>
            </a:r>
            <a:r>
              <a:rPr sz="2500" spc="-225" dirty="0">
                <a:latin typeface="Arial Black"/>
                <a:cs typeface="Arial Black"/>
              </a:rPr>
              <a:t>subsystems</a:t>
            </a:r>
            <a:r>
              <a:rPr sz="2500" spc="70" dirty="0">
                <a:latin typeface="Arial Black"/>
                <a:cs typeface="Arial Black"/>
              </a:rPr>
              <a:t> </a:t>
            </a:r>
            <a:r>
              <a:rPr sz="2500" spc="-240" dirty="0">
                <a:latin typeface="Arial Black"/>
                <a:cs typeface="Arial Black"/>
              </a:rPr>
              <a:t>(such</a:t>
            </a:r>
            <a:r>
              <a:rPr sz="2500" spc="70" dirty="0">
                <a:latin typeface="Arial Black"/>
                <a:cs typeface="Arial Black"/>
              </a:rPr>
              <a:t> </a:t>
            </a:r>
            <a:r>
              <a:rPr sz="2500" spc="-585" dirty="0">
                <a:latin typeface="Arial Black"/>
                <a:cs typeface="Arial Black"/>
              </a:rPr>
              <a:t>as</a:t>
            </a:r>
            <a:r>
              <a:rPr sz="2500" spc="375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speed </a:t>
            </a:r>
            <a:r>
              <a:rPr sz="2500" spc="-145" dirty="0">
                <a:latin typeface="Arial Black"/>
                <a:cs typeface="Arial Black"/>
              </a:rPr>
              <a:t>control,</a:t>
            </a:r>
            <a:r>
              <a:rPr sz="2500" spc="-65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route</a:t>
            </a:r>
            <a:r>
              <a:rPr sz="2500" spc="30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selection,</a:t>
            </a:r>
            <a:r>
              <a:rPr sz="2500" spc="35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notifications,</a:t>
            </a:r>
            <a:r>
              <a:rPr sz="2500" spc="40" dirty="0">
                <a:latin typeface="Arial Black"/>
                <a:cs typeface="Arial Black"/>
              </a:rPr>
              <a:t> </a:t>
            </a:r>
            <a:r>
              <a:rPr sz="2500" spc="-229" dirty="0">
                <a:latin typeface="Arial Black"/>
                <a:cs typeface="Arial Black"/>
              </a:rPr>
              <a:t>and</a:t>
            </a:r>
            <a:r>
              <a:rPr sz="2500" spc="3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security)</a:t>
            </a:r>
            <a:r>
              <a:rPr sz="2500" spc="40" dirty="0">
                <a:latin typeface="Arial Black"/>
                <a:cs typeface="Arial Black"/>
              </a:rPr>
              <a:t> </a:t>
            </a:r>
            <a:r>
              <a:rPr sz="2500" spc="-305" dirty="0">
                <a:latin typeface="Arial Black"/>
                <a:cs typeface="Arial Black"/>
              </a:rPr>
              <a:t>are</a:t>
            </a:r>
            <a:r>
              <a:rPr sz="2500" spc="95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successfully</a:t>
            </a:r>
            <a:r>
              <a:rPr sz="2500" spc="40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activated,</a:t>
            </a:r>
            <a:r>
              <a:rPr sz="2500" spc="35" dirty="0">
                <a:latin typeface="Arial Black"/>
                <a:cs typeface="Arial Black"/>
              </a:rPr>
              <a:t> </a:t>
            </a:r>
            <a:r>
              <a:rPr sz="2500" spc="-265" dirty="0">
                <a:latin typeface="Arial Black"/>
                <a:cs typeface="Arial Black"/>
              </a:rPr>
              <a:t>making</a:t>
            </a:r>
            <a:r>
              <a:rPr sz="2500" spc="55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the</a:t>
            </a:r>
            <a:r>
              <a:rPr sz="2500" spc="40" dirty="0">
                <a:latin typeface="Arial Black"/>
                <a:cs typeface="Arial Black"/>
              </a:rPr>
              <a:t> </a:t>
            </a:r>
            <a:r>
              <a:rPr sz="2500" spc="-265" dirty="0">
                <a:latin typeface="Arial Black"/>
                <a:cs typeface="Arial Black"/>
              </a:rPr>
              <a:t>bus</a:t>
            </a:r>
            <a:r>
              <a:rPr sz="2500" spc="55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ready</a:t>
            </a:r>
            <a:r>
              <a:rPr sz="2500" spc="35" dirty="0">
                <a:latin typeface="Arial Black"/>
                <a:cs typeface="Arial Black"/>
              </a:rPr>
              <a:t> </a:t>
            </a:r>
            <a:r>
              <a:rPr sz="2500" spc="-225" dirty="0">
                <a:latin typeface="Arial Black"/>
                <a:cs typeface="Arial Black"/>
              </a:rPr>
              <a:t>to</a:t>
            </a:r>
            <a:r>
              <a:rPr sz="2500" spc="40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operate</a:t>
            </a:r>
            <a:r>
              <a:rPr sz="2500" spc="35" dirty="0">
                <a:latin typeface="Arial Black"/>
                <a:cs typeface="Arial Black"/>
              </a:rPr>
              <a:t> </a:t>
            </a:r>
            <a:r>
              <a:rPr sz="2500" spc="-260" dirty="0">
                <a:latin typeface="Arial Black"/>
                <a:cs typeface="Arial Black"/>
              </a:rPr>
              <a:t>in</a:t>
            </a:r>
            <a:r>
              <a:rPr sz="2500" spc="50" dirty="0">
                <a:latin typeface="Arial Black"/>
                <a:cs typeface="Arial Black"/>
              </a:rPr>
              <a:t> </a:t>
            </a:r>
            <a:r>
              <a:rPr sz="2500" spc="-25" dirty="0">
                <a:latin typeface="Arial Black"/>
                <a:cs typeface="Arial Black"/>
              </a:rPr>
              <a:t>fa </a:t>
            </a:r>
            <a:r>
              <a:rPr sz="2500" spc="-10" dirty="0">
                <a:latin typeface="Arial Black"/>
                <a:cs typeface="Arial Black"/>
              </a:rPr>
              <a:t>mode.</a:t>
            </a:r>
            <a:endParaRPr sz="2500">
              <a:latin typeface="Arial Black"/>
              <a:cs typeface="Arial Black"/>
            </a:endParaRPr>
          </a:p>
          <a:p>
            <a:pPr marL="368300" indent="-355600" algn="just">
              <a:lnSpc>
                <a:spcPct val="100000"/>
              </a:lnSpc>
              <a:spcBef>
                <a:spcPts val="1600"/>
              </a:spcBef>
              <a:buAutoNum type="arabicPeriod" startAt="4"/>
              <a:tabLst>
                <a:tab pos="368300" algn="l"/>
              </a:tabLst>
            </a:pPr>
            <a:r>
              <a:rPr sz="2500" spc="-80" dirty="0">
                <a:solidFill>
                  <a:srgbClr val="B37D8F"/>
                </a:solidFill>
                <a:latin typeface="Arial Black"/>
                <a:cs typeface="Arial Black"/>
              </a:rPr>
              <a:t>Preconditions:</a:t>
            </a:r>
            <a:endParaRPr sz="2500">
              <a:latin typeface="Arial Black"/>
              <a:cs typeface="Arial Black"/>
            </a:endParaRPr>
          </a:p>
          <a:p>
            <a:pPr marL="175260" lvl="1" indent="-162560">
              <a:lnSpc>
                <a:spcPct val="100000"/>
              </a:lnSpc>
              <a:spcBef>
                <a:spcPts val="450"/>
              </a:spcBef>
              <a:buChar char="·"/>
              <a:tabLst>
                <a:tab pos="175260" algn="l"/>
              </a:tabLst>
            </a:pPr>
            <a:r>
              <a:rPr sz="2500" spc="-220" dirty="0">
                <a:latin typeface="Arial Black"/>
                <a:cs typeface="Arial Black"/>
              </a:rPr>
              <a:t>The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be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default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mode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(not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fast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mode).</a:t>
            </a:r>
            <a:endParaRPr sz="2500">
              <a:latin typeface="Arial Black"/>
              <a:cs typeface="Arial Black"/>
            </a:endParaRPr>
          </a:p>
          <a:p>
            <a:pPr marL="12700" marR="377190" lvl="1" indent="162560">
              <a:lnSpc>
                <a:spcPct val="114999"/>
              </a:lnSpc>
              <a:buChar char="·"/>
              <a:tabLst>
                <a:tab pos="175260" algn="l"/>
              </a:tabLst>
            </a:pPr>
            <a:r>
              <a:rPr sz="2500" spc="-130" dirty="0">
                <a:latin typeface="Arial Black"/>
                <a:cs typeface="Arial Black"/>
              </a:rPr>
              <a:t>All</a:t>
            </a:r>
            <a:r>
              <a:rPr sz="2500" spc="-204" dirty="0">
                <a:latin typeface="Arial Black"/>
                <a:cs typeface="Arial Black"/>
              </a:rPr>
              <a:t> subsystems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(Speed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Control,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Station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Control,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Notification</a:t>
            </a:r>
            <a:r>
              <a:rPr sz="2500" spc="-195" dirty="0">
                <a:latin typeface="Arial Black"/>
                <a:cs typeface="Arial Black"/>
              </a:rPr>
              <a:t> System,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65" dirty="0">
                <a:latin typeface="Arial Black"/>
                <a:cs typeface="Arial Black"/>
              </a:rPr>
              <a:t>Security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System)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be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65" dirty="0">
                <a:latin typeface="Arial Black"/>
                <a:cs typeface="Arial Black"/>
              </a:rPr>
              <a:t>operational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ready.</a:t>
            </a:r>
            <a:endParaRPr sz="2500">
              <a:latin typeface="Arial Black"/>
              <a:cs typeface="Arial Black"/>
            </a:endParaRPr>
          </a:p>
          <a:p>
            <a:pPr marL="175260" lvl="1" indent="-162560">
              <a:lnSpc>
                <a:spcPct val="100000"/>
              </a:lnSpc>
              <a:spcBef>
                <a:spcPts val="450"/>
              </a:spcBef>
              <a:buChar char="·"/>
              <a:tabLst>
                <a:tab pos="175260" algn="l"/>
              </a:tabLst>
            </a:pPr>
            <a:r>
              <a:rPr sz="2500" spc="-220" dirty="0">
                <a:latin typeface="Arial Black"/>
                <a:cs typeface="Arial Black"/>
              </a:rPr>
              <a:t>The </a:t>
            </a:r>
            <a:r>
              <a:rPr sz="2500" spc="-140" dirty="0">
                <a:latin typeface="Arial Black"/>
                <a:cs typeface="Arial Black"/>
              </a:rPr>
              <a:t>app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be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open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10" dirty="0">
                <a:latin typeface="Arial Black"/>
                <a:cs typeface="Arial Black"/>
              </a:rPr>
              <a:t>on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device.</a:t>
            </a:r>
            <a:endParaRPr sz="25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717058" y="0"/>
            <a:ext cx="5571490" cy="2051050"/>
          </a:xfrm>
          <a:custGeom>
            <a:avLst/>
            <a:gdLst/>
            <a:ahLst/>
            <a:cxnLst/>
            <a:rect l="l" t="t" r="r" b="b"/>
            <a:pathLst>
              <a:path w="5571490" h="2051050">
                <a:moveTo>
                  <a:pt x="4215817" y="1987550"/>
                </a:moveTo>
                <a:lnTo>
                  <a:pt x="2661844" y="1987550"/>
                </a:lnTo>
                <a:lnTo>
                  <a:pt x="2113943" y="1835150"/>
                </a:lnTo>
                <a:lnTo>
                  <a:pt x="2069878" y="1822450"/>
                </a:lnTo>
                <a:lnTo>
                  <a:pt x="2026076" y="1797050"/>
                </a:lnTo>
                <a:lnTo>
                  <a:pt x="1939279" y="1771650"/>
                </a:lnTo>
                <a:lnTo>
                  <a:pt x="1896291" y="1746250"/>
                </a:lnTo>
                <a:lnTo>
                  <a:pt x="1853582" y="1733550"/>
                </a:lnTo>
                <a:lnTo>
                  <a:pt x="1811156" y="1708150"/>
                </a:lnTo>
                <a:lnTo>
                  <a:pt x="1769017" y="1695450"/>
                </a:lnTo>
                <a:lnTo>
                  <a:pt x="1727168" y="1670050"/>
                </a:lnTo>
                <a:lnTo>
                  <a:pt x="1685615" y="1657350"/>
                </a:lnTo>
                <a:lnTo>
                  <a:pt x="1603407" y="1606550"/>
                </a:lnTo>
                <a:lnTo>
                  <a:pt x="1562760" y="1593850"/>
                </a:lnTo>
                <a:lnTo>
                  <a:pt x="1442699" y="1517650"/>
                </a:lnTo>
                <a:lnTo>
                  <a:pt x="1403317" y="1504950"/>
                </a:lnTo>
                <a:lnTo>
                  <a:pt x="1287143" y="1428750"/>
                </a:lnTo>
                <a:lnTo>
                  <a:pt x="1174007" y="1352550"/>
                </a:lnTo>
                <a:lnTo>
                  <a:pt x="1100324" y="1301750"/>
                </a:lnTo>
                <a:lnTo>
                  <a:pt x="1064016" y="1276350"/>
                </a:lnTo>
                <a:lnTo>
                  <a:pt x="1028069" y="1238250"/>
                </a:lnTo>
                <a:lnTo>
                  <a:pt x="957275" y="1187450"/>
                </a:lnTo>
                <a:lnTo>
                  <a:pt x="922435" y="1162050"/>
                </a:lnTo>
                <a:lnTo>
                  <a:pt x="887971" y="1123950"/>
                </a:lnTo>
                <a:lnTo>
                  <a:pt x="820191" y="1073150"/>
                </a:lnTo>
                <a:lnTo>
                  <a:pt x="786881" y="1035050"/>
                </a:lnTo>
                <a:lnTo>
                  <a:pt x="721442" y="984250"/>
                </a:lnTo>
                <a:lnTo>
                  <a:pt x="689321" y="946150"/>
                </a:lnTo>
                <a:lnTo>
                  <a:pt x="657605" y="920750"/>
                </a:lnTo>
                <a:lnTo>
                  <a:pt x="626296" y="882650"/>
                </a:lnTo>
                <a:lnTo>
                  <a:pt x="595399" y="857250"/>
                </a:lnTo>
                <a:lnTo>
                  <a:pt x="564918" y="819150"/>
                </a:lnTo>
                <a:lnTo>
                  <a:pt x="534856" y="781050"/>
                </a:lnTo>
                <a:lnTo>
                  <a:pt x="505218" y="755650"/>
                </a:lnTo>
                <a:lnTo>
                  <a:pt x="476008" y="717550"/>
                </a:lnTo>
                <a:lnTo>
                  <a:pt x="447229" y="679450"/>
                </a:lnTo>
                <a:lnTo>
                  <a:pt x="418886" y="654050"/>
                </a:lnTo>
                <a:lnTo>
                  <a:pt x="390981" y="615950"/>
                </a:lnTo>
                <a:lnTo>
                  <a:pt x="363520" y="577850"/>
                </a:lnTo>
                <a:lnTo>
                  <a:pt x="336506" y="539750"/>
                </a:lnTo>
                <a:lnTo>
                  <a:pt x="309943" y="501650"/>
                </a:lnTo>
                <a:lnTo>
                  <a:pt x="283835" y="476250"/>
                </a:lnTo>
                <a:lnTo>
                  <a:pt x="258185" y="438150"/>
                </a:lnTo>
                <a:lnTo>
                  <a:pt x="232999" y="400050"/>
                </a:lnTo>
                <a:lnTo>
                  <a:pt x="208278" y="361950"/>
                </a:lnTo>
                <a:lnTo>
                  <a:pt x="184029" y="323850"/>
                </a:lnTo>
                <a:lnTo>
                  <a:pt x="160254" y="285750"/>
                </a:lnTo>
                <a:lnTo>
                  <a:pt x="136957" y="247650"/>
                </a:lnTo>
                <a:lnTo>
                  <a:pt x="114142" y="209550"/>
                </a:lnTo>
                <a:lnTo>
                  <a:pt x="91814" y="171450"/>
                </a:lnTo>
                <a:lnTo>
                  <a:pt x="69975" y="133350"/>
                </a:lnTo>
                <a:lnTo>
                  <a:pt x="48631" y="95250"/>
                </a:lnTo>
                <a:lnTo>
                  <a:pt x="27784" y="57150"/>
                </a:lnTo>
                <a:lnTo>
                  <a:pt x="7439" y="19050"/>
                </a:lnTo>
                <a:lnTo>
                  <a:pt x="0" y="0"/>
                </a:lnTo>
                <a:lnTo>
                  <a:pt x="5570940" y="0"/>
                </a:lnTo>
                <a:lnTo>
                  <a:pt x="5570940" y="1441591"/>
                </a:lnTo>
                <a:lnTo>
                  <a:pt x="5474344" y="1504950"/>
                </a:lnTo>
                <a:lnTo>
                  <a:pt x="5434962" y="1517650"/>
                </a:lnTo>
                <a:lnTo>
                  <a:pt x="5314900" y="1593850"/>
                </a:lnTo>
                <a:lnTo>
                  <a:pt x="5274254" y="1606550"/>
                </a:lnTo>
                <a:lnTo>
                  <a:pt x="5192046" y="1657350"/>
                </a:lnTo>
                <a:lnTo>
                  <a:pt x="5150492" y="1670050"/>
                </a:lnTo>
                <a:lnTo>
                  <a:pt x="5108644" y="1695450"/>
                </a:lnTo>
                <a:lnTo>
                  <a:pt x="5066505" y="1708150"/>
                </a:lnTo>
                <a:lnTo>
                  <a:pt x="5024079" y="1733550"/>
                </a:lnTo>
                <a:lnTo>
                  <a:pt x="4981370" y="1746250"/>
                </a:lnTo>
                <a:lnTo>
                  <a:pt x="4938382" y="1771650"/>
                </a:lnTo>
                <a:lnTo>
                  <a:pt x="4851584" y="1797050"/>
                </a:lnTo>
                <a:lnTo>
                  <a:pt x="4807783" y="1822450"/>
                </a:lnTo>
                <a:lnTo>
                  <a:pt x="4763718" y="1835150"/>
                </a:lnTo>
                <a:lnTo>
                  <a:pt x="4215817" y="1987550"/>
                </a:lnTo>
                <a:close/>
              </a:path>
              <a:path w="5571490" h="2051050">
                <a:moveTo>
                  <a:pt x="4073795" y="2012950"/>
                </a:moveTo>
                <a:lnTo>
                  <a:pt x="2803866" y="2012950"/>
                </a:lnTo>
                <a:lnTo>
                  <a:pt x="2708977" y="1987550"/>
                </a:lnTo>
                <a:lnTo>
                  <a:pt x="4168683" y="1987550"/>
                </a:lnTo>
                <a:lnTo>
                  <a:pt x="4073795" y="2012950"/>
                </a:lnTo>
                <a:close/>
              </a:path>
              <a:path w="5571490" h="2051050">
                <a:moveTo>
                  <a:pt x="3978102" y="2025650"/>
                </a:moveTo>
                <a:lnTo>
                  <a:pt x="2899558" y="2025650"/>
                </a:lnTo>
                <a:lnTo>
                  <a:pt x="2851614" y="2012950"/>
                </a:lnTo>
                <a:lnTo>
                  <a:pt x="4026047" y="2012950"/>
                </a:lnTo>
                <a:lnTo>
                  <a:pt x="3978102" y="2025650"/>
                </a:lnTo>
                <a:close/>
              </a:path>
              <a:path w="5571490" h="2051050">
                <a:moveTo>
                  <a:pt x="3881638" y="2038350"/>
                </a:moveTo>
                <a:lnTo>
                  <a:pt x="2996023" y="2038350"/>
                </a:lnTo>
                <a:lnTo>
                  <a:pt x="2947696" y="2025650"/>
                </a:lnTo>
                <a:lnTo>
                  <a:pt x="3929965" y="2025650"/>
                </a:lnTo>
                <a:lnTo>
                  <a:pt x="3881638" y="2038350"/>
                </a:lnTo>
                <a:close/>
              </a:path>
              <a:path w="5571490" h="2051050">
                <a:moveTo>
                  <a:pt x="3735562" y="2051050"/>
                </a:moveTo>
                <a:lnTo>
                  <a:pt x="3142099" y="2051050"/>
                </a:lnTo>
                <a:lnTo>
                  <a:pt x="3093228" y="2038350"/>
                </a:lnTo>
                <a:lnTo>
                  <a:pt x="3784432" y="2038350"/>
                </a:lnTo>
                <a:lnTo>
                  <a:pt x="3735562" y="2051050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307260"/>
            <a:ext cx="6410960" cy="2980055"/>
          </a:xfrm>
          <a:custGeom>
            <a:avLst/>
            <a:gdLst/>
            <a:ahLst/>
            <a:cxnLst/>
            <a:rect l="l" t="t" r="r" b="b"/>
            <a:pathLst>
              <a:path w="6410960" h="2980054">
                <a:moveTo>
                  <a:pt x="2816398" y="12699"/>
                </a:moveTo>
                <a:lnTo>
                  <a:pt x="2518210" y="12699"/>
                </a:lnTo>
                <a:lnTo>
                  <a:pt x="2567752" y="0"/>
                </a:lnTo>
                <a:lnTo>
                  <a:pt x="2766857" y="0"/>
                </a:lnTo>
                <a:lnTo>
                  <a:pt x="2816398" y="12699"/>
                </a:lnTo>
                <a:close/>
              </a:path>
              <a:path w="6410960" h="2980054">
                <a:moveTo>
                  <a:pt x="3012906" y="25399"/>
                </a:moveTo>
                <a:lnTo>
                  <a:pt x="2321702" y="25399"/>
                </a:lnTo>
                <a:lnTo>
                  <a:pt x="2370573" y="12699"/>
                </a:lnTo>
                <a:lnTo>
                  <a:pt x="2964036" y="12699"/>
                </a:lnTo>
                <a:lnTo>
                  <a:pt x="3012906" y="25399"/>
                </a:lnTo>
                <a:close/>
              </a:path>
              <a:path w="6410960" h="2980054">
                <a:moveTo>
                  <a:pt x="3158438" y="38099"/>
                </a:moveTo>
                <a:lnTo>
                  <a:pt x="2176170" y="38099"/>
                </a:lnTo>
                <a:lnTo>
                  <a:pt x="2224497" y="25399"/>
                </a:lnTo>
                <a:lnTo>
                  <a:pt x="3110112" y="25399"/>
                </a:lnTo>
                <a:lnTo>
                  <a:pt x="3158438" y="38099"/>
                </a:lnTo>
                <a:close/>
              </a:path>
              <a:path w="6410960" h="2980054">
                <a:moveTo>
                  <a:pt x="3254521" y="50799"/>
                </a:moveTo>
                <a:lnTo>
                  <a:pt x="2080088" y="50799"/>
                </a:lnTo>
                <a:lnTo>
                  <a:pt x="2128032" y="38099"/>
                </a:lnTo>
                <a:lnTo>
                  <a:pt x="3206576" y="38099"/>
                </a:lnTo>
                <a:lnTo>
                  <a:pt x="3254521" y="50799"/>
                </a:lnTo>
                <a:close/>
              </a:path>
              <a:path w="6410960" h="2980054">
                <a:moveTo>
                  <a:pt x="3397157" y="76199"/>
                </a:moveTo>
                <a:lnTo>
                  <a:pt x="1937451" y="76199"/>
                </a:lnTo>
                <a:lnTo>
                  <a:pt x="2032340" y="50799"/>
                </a:lnTo>
                <a:lnTo>
                  <a:pt x="3302268" y="50799"/>
                </a:lnTo>
                <a:lnTo>
                  <a:pt x="3397157" y="76199"/>
                </a:lnTo>
                <a:close/>
              </a:path>
              <a:path w="6410960" h="2980054">
                <a:moveTo>
                  <a:pt x="3630659" y="126999"/>
                </a:moveTo>
                <a:lnTo>
                  <a:pt x="1703949" y="126999"/>
                </a:lnTo>
                <a:lnTo>
                  <a:pt x="1890318" y="76199"/>
                </a:lnTo>
                <a:lnTo>
                  <a:pt x="3444291" y="76199"/>
                </a:lnTo>
                <a:lnTo>
                  <a:pt x="3630659" y="126999"/>
                </a:lnTo>
                <a:close/>
              </a:path>
              <a:path w="6410960" h="2980054">
                <a:moveTo>
                  <a:pt x="6410642" y="2979738"/>
                </a:moveTo>
                <a:lnTo>
                  <a:pt x="0" y="2979738"/>
                </a:lnTo>
                <a:lnTo>
                  <a:pt x="0" y="1033772"/>
                </a:lnTo>
                <a:lnTo>
                  <a:pt x="15355" y="1015999"/>
                </a:lnTo>
                <a:lnTo>
                  <a:pt x="82362" y="965199"/>
                </a:lnTo>
                <a:lnTo>
                  <a:pt x="116445" y="927099"/>
                </a:lnTo>
                <a:lnTo>
                  <a:pt x="185748" y="876299"/>
                </a:lnTo>
                <a:lnTo>
                  <a:pt x="220961" y="850899"/>
                </a:lnTo>
                <a:lnTo>
                  <a:pt x="256543" y="812799"/>
                </a:lnTo>
                <a:lnTo>
                  <a:pt x="328798" y="761999"/>
                </a:lnTo>
                <a:lnTo>
                  <a:pt x="439849" y="685799"/>
                </a:lnTo>
                <a:lnTo>
                  <a:pt x="554009" y="609599"/>
                </a:lnTo>
                <a:lnTo>
                  <a:pt x="671172" y="533399"/>
                </a:lnTo>
                <a:lnTo>
                  <a:pt x="710876" y="520699"/>
                </a:lnTo>
                <a:lnTo>
                  <a:pt x="831881" y="444499"/>
                </a:lnTo>
                <a:lnTo>
                  <a:pt x="872833" y="431799"/>
                </a:lnTo>
                <a:lnTo>
                  <a:pt x="914088" y="406399"/>
                </a:lnTo>
                <a:lnTo>
                  <a:pt x="955642" y="393699"/>
                </a:lnTo>
                <a:lnTo>
                  <a:pt x="1039630" y="342899"/>
                </a:lnTo>
                <a:lnTo>
                  <a:pt x="1124765" y="317499"/>
                </a:lnTo>
                <a:lnTo>
                  <a:pt x="1167753" y="292099"/>
                </a:lnTo>
                <a:lnTo>
                  <a:pt x="1254550" y="266699"/>
                </a:lnTo>
                <a:lnTo>
                  <a:pt x="1298352" y="241299"/>
                </a:lnTo>
                <a:lnTo>
                  <a:pt x="1476153" y="190499"/>
                </a:lnTo>
                <a:lnTo>
                  <a:pt x="1521232" y="165099"/>
                </a:lnTo>
                <a:lnTo>
                  <a:pt x="1657918" y="126999"/>
                </a:lnTo>
                <a:lnTo>
                  <a:pt x="3676691" y="126999"/>
                </a:lnTo>
                <a:lnTo>
                  <a:pt x="3813376" y="165099"/>
                </a:lnTo>
                <a:lnTo>
                  <a:pt x="3858456" y="190499"/>
                </a:lnTo>
                <a:lnTo>
                  <a:pt x="4036257" y="241299"/>
                </a:lnTo>
                <a:lnTo>
                  <a:pt x="4080058" y="266699"/>
                </a:lnTo>
                <a:lnTo>
                  <a:pt x="4166856" y="292099"/>
                </a:lnTo>
                <a:lnTo>
                  <a:pt x="4209843" y="317499"/>
                </a:lnTo>
                <a:lnTo>
                  <a:pt x="4294978" y="342899"/>
                </a:lnTo>
                <a:lnTo>
                  <a:pt x="4378966" y="393699"/>
                </a:lnTo>
                <a:lnTo>
                  <a:pt x="4420520" y="406399"/>
                </a:lnTo>
                <a:lnTo>
                  <a:pt x="4461775" y="431799"/>
                </a:lnTo>
                <a:lnTo>
                  <a:pt x="4502728" y="444499"/>
                </a:lnTo>
                <a:lnTo>
                  <a:pt x="4623732" y="520699"/>
                </a:lnTo>
                <a:lnTo>
                  <a:pt x="4663436" y="533399"/>
                </a:lnTo>
                <a:lnTo>
                  <a:pt x="4780599" y="609599"/>
                </a:lnTo>
                <a:lnTo>
                  <a:pt x="4894760" y="685799"/>
                </a:lnTo>
                <a:lnTo>
                  <a:pt x="5005810" y="761999"/>
                </a:lnTo>
                <a:lnTo>
                  <a:pt x="5078065" y="812799"/>
                </a:lnTo>
                <a:lnTo>
                  <a:pt x="5113647" y="850899"/>
                </a:lnTo>
                <a:lnTo>
                  <a:pt x="5148860" y="876299"/>
                </a:lnTo>
                <a:lnTo>
                  <a:pt x="5218163" y="927099"/>
                </a:lnTo>
                <a:lnTo>
                  <a:pt x="5252246" y="965199"/>
                </a:lnTo>
                <a:lnTo>
                  <a:pt x="5319254" y="1015999"/>
                </a:lnTo>
                <a:lnTo>
                  <a:pt x="5352171" y="1054099"/>
                </a:lnTo>
                <a:lnTo>
                  <a:pt x="5384692" y="1079499"/>
                </a:lnTo>
                <a:lnTo>
                  <a:pt x="5416813" y="1117599"/>
                </a:lnTo>
                <a:lnTo>
                  <a:pt x="5448530" y="1142999"/>
                </a:lnTo>
                <a:lnTo>
                  <a:pt x="5479839" y="1181099"/>
                </a:lnTo>
                <a:lnTo>
                  <a:pt x="5510736" y="1206499"/>
                </a:lnTo>
                <a:lnTo>
                  <a:pt x="5541217" y="1244599"/>
                </a:lnTo>
                <a:lnTo>
                  <a:pt x="5571278" y="1282699"/>
                </a:lnTo>
                <a:lnTo>
                  <a:pt x="5600916" y="1308099"/>
                </a:lnTo>
                <a:lnTo>
                  <a:pt x="5630126" y="1346199"/>
                </a:lnTo>
                <a:lnTo>
                  <a:pt x="5658905" y="1384299"/>
                </a:lnTo>
                <a:lnTo>
                  <a:pt x="5687249" y="1409699"/>
                </a:lnTo>
                <a:lnTo>
                  <a:pt x="5715153" y="1447799"/>
                </a:lnTo>
                <a:lnTo>
                  <a:pt x="5742614" y="1485899"/>
                </a:lnTo>
                <a:lnTo>
                  <a:pt x="5769628" y="1523999"/>
                </a:lnTo>
                <a:lnTo>
                  <a:pt x="5796191" y="1549399"/>
                </a:lnTo>
                <a:lnTo>
                  <a:pt x="5822300" y="1587499"/>
                </a:lnTo>
                <a:lnTo>
                  <a:pt x="5847949" y="1625599"/>
                </a:lnTo>
                <a:lnTo>
                  <a:pt x="5873136" y="1663699"/>
                </a:lnTo>
                <a:lnTo>
                  <a:pt x="5897856" y="1701799"/>
                </a:lnTo>
                <a:lnTo>
                  <a:pt x="5922106" y="1739899"/>
                </a:lnTo>
                <a:lnTo>
                  <a:pt x="5945881" y="1777999"/>
                </a:lnTo>
                <a:lnTo>
                  <a:pt x="5969178" y="1816099"/>
                </a:lnTo>
                <a:lnTo>
                  <a:pt x="5991992" y="1854199"/>
                </a:lnTo>
                <a:lnTo>
                  <a:pt x="6014321" y="1892299"/>
                </a:lnTo>
                <a:lnTo>
                  <a:pt x="6036159" y="1930399"/>
                </a:lnTo>
                <a:lnTo>
                  <a:pt x="6057504" y="1968499"/>
                </a:lnTo>
                <a:lnTo>
                  <a:pt x="6078350" y="2006599"/>
                </a:lnTo>
                <a:lnTo>
                  <a:pt x="6098695" y="2044699"/>
                </a:lnTo>
                <a:lnTo>
                  <a:pt x="6118534" y="2082799"/>
                </a:lnTo>
                <a:lnTo>
                  <a:pt x="6137864" y="2133599"/>
                </a:lnTo>
                <a:lnTo>
                  <a:pt x="6156680" y="2171699"/>
                </a:lnTo>
                <a:lnTo>
                  <a:pt x="6174978" y="2209799"/>
                </a:lnTo>
                <a:lnTo>
                  <a:pt x="6192756" y="2247899"/>
                </a:lnTo>
                <a:lnTo>
                  <a:pt x="6210008" y="2285999"/>
                </a:lnTo>
                <a:lnTo>
                  <a:pt x="6226731" y="2336799"/>
                </a:lnTo>
                <a:lnTo>
                  <a:pt x="6242921" y="2374899"/>
                </a:lnTo>
                <a:lnTo>
                  <a:pt x="6258574" y="2412999"/>
                </a:lnTo>
                <a:lnTo>
                  <a:pt x="6273686" y="2463799"/>
                </a:lnTo>
                <a:lnTo>
                  <a:pt x="6288253" y="2501899"/>
                </a:lnTo>
                <a:lnTo>
                  <a:pt x="6302272" y="2539999"/>
                </a:lnTo>
                <a:lnTo>
                  <a:pt x="6315738" y="2590799"/>
                </a:lnTo>
                <a:lnTo>
                  <a:pt x="6328648" y="2628899"/>
                </a:lnTo>
                <a:lnTo>
                  <a:pt x="6340997" y="2679699"/>
                </a:lnTo>
                <a:lnTo>
                  <a:pt x="6352782" y="2717799"/>
                </a:lnTo>
                <a:lnTo>
                  <a:pt x="6363998" y="2755899"/>
                </a:lnTo>
                <a:lnTo>
                  <a:pt x="6374643" y="2806699"/>
                </a:lnTo>
                <a:lnTo>
                  <a:pt x="6384711" y="2844799"/>
                </a:lnTo>
                <a:lnTo>
                  <a:pt x="6394200" y="2895599"/>
                </a:lnTo>
                <a:lnTo>
                  <a:pt x="6403105" y="2933699"/>
                </a:lnTo>
                <a:lnTo>
                  <a:pt x="6410642" y="2979738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1943" y="378615"/>
            <a:ext cx="17581880" cy="671766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spc="-145" dirty="0">
                <a:solidFill>
                  <a:srgbClr val="B37D8F"/>
                </a:solidFill>
                <a:latin typeface="Arial Black"/>
                <a:cs typeface="Arial Black"/>
              </a:rPr>
              <a:t>6.</a:t>
            </a:r>
            <a:r>
              <a:rPr sz="2500" spc="-204" dirty="0">
                <a:solidFill>
                  <a:srgbClr val="B37D8F"/>
                </a:solidFill>
                <a:latin typeface="Arial Black"/>
                <a:cs typeface="Arial Black"/>
              </a:rPr>
              <a:t> Expected</a:t>
            </a:r>
            <a:r>
              <a:rPr sz="2500" spc="-200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70" dirty="0">
                <a:solidFill>
                  <a:srgbClr val="B37D8F"/>
                </a:solidFill>
                <a:latin typeface="Arial Black"/>
                <a:cs typeface="Arial Black"/>
              </a:rPr>
              <a:t>Results:</a:t>
            </a:r>
            <a:endParaRPr sz="2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spc="-160" dirty="0">
                <a:latin typeface="Arial Black"/>
                <a:cs typeface="Arial Black"/>
              </a:rPr>
              <a:t>·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When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"Fast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Mode"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button</a:t>
            </a:r>
            <a:r>
              <a:rPr sz="2500" spc="-210" dirty="0">
                <a:latin typeface="Arial Black"/>
                <a:cs typeface="Arial Black"/>
              </a:rPr>
              <a:t> is </a:t>
            </a:r>
            <a:r>
              <a:rPr sz="2500" spc="-180" dirty="0">
                <a:latin typeface="Arial Black"/>
                <a:cs typeface="Arial Black"/>
              </a:rPr>
              <a:t>pressed,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following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occur:</a:t>
            </a:r>
            <a:endParaRPr sz="2500">
              <a:latin typeface="Arial Black"/>
              <a:cs typeface="Arial Black"/>
            </a:endParaRPr>
          </a:p>
          <a:p>
            <a:pPr marL="286385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70" dirty="0">
                <a:latin typeface="Arial Black"/>
                <a:cs typeface="Arial Black"/>
              </a:rPr>
              <a:t>Speed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Control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System: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speed</a:t>
            </a:r>
            <a:r>
              <a:rPr sz="2500" spc="-210" dirty="0">
                <a:latin typeface="Arial Black"/>
                <a:cs typeface="Arial Black"/>
              </a:rPr>
              <a:t> is </a:t>
            </a:r>
            <a:r>
              <a:rPr sz="2500" spc="-195" dirty="0">
                <a:latin typeface="Arial Black"/>
                <a:cs typeface="Arial Black"/>
              </a:rPr>
              <a:t>set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fast.</a:t>
            </a:r>
            <a:endParaRPr sz="2500">
              <a:latin typeface="Arial Black"/>
              <a:cs typeface="Arial Black"/>
            </a:endParaRPr>
          </a:p>
          <a:p>
            <a:pPr marL="286385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50" dirty="0">
                <a:latin typeface="Arial Black"/>
                <a:cs typeface="Arial Black"/>
              </a:rPr>
              <a:t>Station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Control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System: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route</a:t>
            </a:r>
            <a:r>
              <a:rPr sz="2500" spc="-210" dirty="0">
                <a:latin typeface="Arial Black"/>
                <a:cs typeface="Arial Black"/>
              </a:rPr>
              <a:t> is </a:t>
            </a:r>
            <a:r>
              <a:rPr sz="2500" spc="-130" dirty="0">
                <a:latin typeface="Arial Black"/>
                <a:cs typeface="Arial Black"/>
              </a:rPr>
              <a:t>updated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fast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route.</a:t>
            </a:r>
            <a:endParaRPr sz="2500">
              <a:latin typeface="Arial Black"/>
              <a:cs typeface="Arial Black"/>
            </a:endParaRPr>
          </a:p>
          <a:p>
            <a:pPr marL="286385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35" dirty="0">
                <a:latin typeface="Arial Black"/>
                <a:cs typeface="Arial Black"/>
              </a:rPr>
              <a:t>Notification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System: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Notifications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about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bus's</a:t>
            </a:r>
            <a:r>
              <a:rPr sz="2500" spc="-195" dirty="0">
                <a:latin typeface="Arial Black"/>
                <a:cs typeface="Arial Black"/>
              </a:rPr>
              <a:t> status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(delays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or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route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changes)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are </a:t>
            </a:r>
            <a:r>
              <a:rPr sz="2500" spc="-170" dirty="0">
                <a:latin typeface="Arial Black"/>
                <a:cs typeface="Arial Black"/>
              </a:rPr>
              <a:t>activated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75" dirty="0">
                <a:latin typeface="Arial Black"/>
                <a:cs typeface="Arial Black"/>
              </a:rPr>
              <a:t>for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passengers.</a:t>
            </a:r>
            <a:endParaRPr sz="2500">
              <a:latin typeface="Arial Black"/>
              <a:cs typeface="Arial Black"/>
            </a:endParaRPr>
          </a:p>
          <a:p>
            <a:pPr marL="286385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65" dirty="0">
                <a:latin typeface="Arial Black"/>
                <a:cs typeface="Arial Black"/>
              </a:rPr>
              <a:t>Security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System: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20" dirty="0">
                <a:latin typeface="Arial Black"/>
                <a:cs typeface="Arial Black"/>
              </a:rPr>
              <a:t>Cameras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alarms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50" dirty="0">
                <a:latin typeface="Arial Black"/>
                <a:cs typeface="Arial Black"/>
              </a:rPr>
              <a:t>related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are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40" dirty="0">
                <a:latin typeface="Arial Black"/>
                <a:cs typeface="Arial Black"/>
              </a:rPr>
              <a:t>activated.</a:t>
            </a:r>
            <a:endParaRPr sz="2500">
              <a:latin typeface="Arial Black"/>
              <a:cs typeface="Arial Black"/>
            </a:endParaRPr>
          </a:p>
          <a:p>
            <a:pPr marL="360045" indent="-347345">
              <a:lnSpc>
                <a:spcPct val="100000"/>
              </a:lnSpc>
              <a:spcBef>
                <a:spcPts val="1390"/>
              </a:spcBef>
              <a:buAutoNum type="arabicPeriod" startAt="5"/>
              <a:tabLst>
                <a:tab pos="360045" algn="l"/>
              </a:tabLst>
            </a:pPr>
            <a:r>
              <a:rPr sz="2500" spc="-195" dirty="0">
                <a:solidFill>
                  <a:srgbClr val="B37D8F"/>
                </a:solidFill>
                <a:latin typeface="Arial Black"/>
                <a:cs typeface="Arial Black"/>
              </a:rPr>
              <a:t>Steps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100" dirty="0">
                <a:solidFill>
                  <a:srgbClr val="B37D8F"/>
                </a:solidFill>
                <a:latin typeface="Arial Black"/>
                <a:cs typeface="Arial Black"/>
              </a:rPr>
              <a:t>to</a:t>
            </a:r>
            <a:r>
              <a:rPr sz="2500" spc="-215" dirty="0">
                <a:solidFill>
                  <a:srgbClr val="B37D8F"/>
                </a:solidFill>
                <a:latin typeface="Arial Black"/>
                <a:cs typeface="Arial Black"/>
              </a:rPr>
              <a:t> </a:t>
            </a:r>
            <a:r>
              <a:rPr sz="2500" spc="-90" dirty="0">
                <a:solidFill>
                  <a:srgbClr val="B37D8F"/>
                </a:solidFill>
                <a:latin typeface="Arial Black"/>
                <a:cs typeface="Arial Black"/>
              </a:rPr>
              <a:t>Execute:</a:t>
            </a:r>
            <a:endParaRPr sz="2500">
              <a:latin typeface="Arial Black"/>
              <a:cs typeface="Arial Black"/>
            </a:endParaRPr>
          </a:p>
          <a:p>
            <a:pPr marL="348615" lvl="1" indent="-335915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48615" algn="l"/>
              </a:tabLst>
            </a:pPr>
            <a:r>
              <a:rPr sz="2500" spc="-140" dirty="0">
                <a:latin typeface="Arial Black"/>
                <a:cs typeface="Arial Black"/>
              </a:rPr>
              <a:t>Open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control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app.</a:t>
            </a:r>
            <a:endParaRPr sz="2500">
              <a:latin typeface="Arial Black"/>
              <a:cs typeface="Arial Black"/>
            </a:endParaRPr>
          </a:p>
          <a:p>
            <a:pPr marL="351790" lvl="1" indent="-33909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51790" algn="l"/>
              </a:tabLst>
            </a:pPr>
            <a:r>
              <a:rPr sz="2500" spc="-190" dirty="0">
                <a:latin typeface="Arial Black"/>
                <a:cs typeface="Arial Black"/>
              </a:rPr>
              <a:t>Ensure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is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default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mode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55" dirty="0">
                <a:latin typeface="Arial Black"/>
                <a:cs typeface="Arial Black"/>
              </a:rPr>
              <a:t>(fast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mode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10" dirty="0">
                <a:latin typeface="Arial Black"/>
                <a:cs typeface="Arial Black"/>
              </a:rPr>
              <a:t>is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not</a:t>
            </a:r>
            <a:r>
              <a:rPr sz="2500" spc="-220" dirty="0">
                <a:latin typeface="Arial Black"/>
                <a:cs typeface="Arial Black"/>
              </a:rPr>
              <a:t> </a:t>
            </a:r>
            <a:r>
              <a:rPr sz="2500" spc="-50" dirty="0">
                <a:latin typeface="Arial Black"/>
                <a:cs typeface="Arial Black"/>
              </a:rPr>
              <a:t>activated).</a:t>
            </a:r>
            <a:endParaRPr sz="2500">
              <a:latin typeface="Arial Black"/>
              <a:cs typeface="Arial Black"/>
            </a:endParaRPr>
          </a:p>
          <a:p>
            <a:pPr marL="354330" lvl="1" indent="-34163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54330" algn="l"/>
              </a:tabLst>
            </a:pPr>
            <a:r>
              <a:rPr sz="2500" spc="-229" dirty="0">
                <a:latin typeface="Arial Black"/>
                <a:cs typeface="Arial Black"/>
              </a:rPr>
              <a:t>Press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"Fast </a:t>
            </a:r>
            <a:r>
              <a:rPr sz="2500" spc="-22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Mode"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button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app's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80" dirty="0">
                <a:latin typeface="Arial Black"/>
                <a:cs typeface="Arial Black"/>
              </a:rPr>
              <a:t>user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35" dirty="0">
                <a:latin typeface="Arial Black"/>
                <a:cs typeface="Arial Black"/>
              </a:rPr>
              <a:t>interface.</a:t>
            </a:r>
            <a:endParaRPr sz="2500">
              <a:latin typeface="Arial Black"/>
              <a:cs typeface="Arial Black"/>
            </a:endParaRPr>
          </a:p>
          <a:p>
            <a:pPr marL="368300" lvl="1" indent="-35560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368300" algn="l"/>
              </a:tabLst>
            </a:pPr>
            <a:r>
              <a:rPr sz="2500" spc="-165" dirty="0">
                <a:latin typeface="Arial Black"/>
                <a:cs typeface="Arial Black"/>
              </a:rPr>
              <a:t>Observe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04" dirty="0">
                <a:latin typeface="Arial Black"/>
                <a:cs typeface="Arial Black"/>
              </a:rPr>
              <a:t>system's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55" dirty="0">
                <a:latin typeface="Arial Black"/>
                <a:cs typeface="Arial Black"/>
              </a:rPr>
              <a:t>response:</a:t>
            </a:r>
            <a:endParaRPr sz="2500">
              <a:latin typeface="Arial Black"/>
              <a:cs typeface="Arial Black"/>
            </a:endParaRPr>
          </a:p>
          <a:p>
            <a:pPr marL="286385" lvl="2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70" dirty="0">
                <a:latin typeface="Arial Black"/>
                <a:cs typeface="Arial Black"/>
              </a:rPr>
              <a:t>Speed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Control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200" dirty="0">
                <a:latin typeface="Arial Black"/>
                <a:cs typeface="Arial Black"/>
              </a:rPr>
              <a:t>System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60" dirty="0">
                <a:latin typeface="Arial Black"/>
                <a:cs typeface="Arial Black"/>
              </a:rPr>
              <a:t>adjust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speed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04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fast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speed.</a:t>
            </a:r>
            <a:endParaRPr sz="2500">
              <a:latin typeface="Arial Black"/>
              <a:cs typeface="Arial Black"/>
            </a:endParaRPr>
          </a:p>
          <a:p>
            <a:pPr marL="286385" lvl="2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50" dirty="0">
                <a:latin typeface="Arial Black"/>
                <a:cs typeface="Arial Black"/>
              </a:rPr>
              <a:t>Station</a:t>
            </a:r>
            <a:r>
              <a:rPr sz="2500" spc="-225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Control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200" dirty="0">
                <a:latin typeface="Arial Black"/>
                <a:cs typeface="Arial Black"/>
              </a:rPr>
              <a:t>System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40" dirty="0">
                <a:latin typeface="Arial Black"/>
                <a:cs typeface="Arial Black"/>
              </a:rPr>
              <a:t>update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route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75" dirty="0">
                <a:latin typeface="Arial Black"/>
                <a:cs typeface="Arial Black"/>
              </a:rPr>
              <a:t>for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be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in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fast</a:t>
            </a:r>
            <a:r>
              <a:rPr sz="2500" spc="-21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210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mode.</a:t>
            </a:r>
            <a:endParaRPr sz="2500">
              <a:latin typeface="Arial Black"/>
              <a:cs typeface="Arial Black"/>
            </a:endParaRPr>
          </a:p>
          <a:p>
            <a:pPr marL="286385" lvl="2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35" dirty="0">
                <a:latin typeface="Arial Black"/>
                <a:cs typeface="Arial Black"/>
              </a:rPr>
              <a:t>Notification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00" dirty="0">
                <a:latin typeface="Arial Black"/>
                <a:cs typeface="Arial Black"/>
              </a:rPr>
              <a:t>System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activate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notifications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alert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passengers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30" dirty="0">
                <a:latin typeface="Arial Black"/>
                <a:cs typeface="Arial Black"/>
              </a:rPr>
              <a:t>about</a:t>
            </a:r>
            <a:r>
              <a:rPr sz="2500" spc="-19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bus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10" dirty="0">
                <a:latin typeface="Arial Black"/>
                <a:cs typeface="Arial Black"/>
              </a:rPr>
              <a:t>status.</a:t>
            </a:r>
            <a:endParaRPr sz="2500">
              <a:latin typeface="Arial Black"/>
              <a:cs typeface="Arial Black"/>
            </a:endParaRPr>
          </a:p>
          <a:p>
            <a:pPr marL="286385" lvl="2" indent="-273685">
              <a:lnSpc>
                <a:spcPct val="100000"/>
              </a:lnSpc>
              <a:spcBef>
                <a:spcPts val="450"/>
              </a:spcBef>
              <a:buChar char="o"/>
              <a:tabLst>
                <a:tab pos="286385" algn="l"/>
              </a:tabLst>
            </a:pPr>
            <a:r>
              <a:rPr sz="2500" spc="-165" dirty="0">
                <a:latin typeface="Arial Black"/>
                <a:cs typeface="Arial Black"/>
              </a:rPr>
              <a:t>Security</a:t>
            </a:r>
            <a:r>
              <a:rPr sz="2500" spc="-200" dirty="0">
                <a:latin typeface="Arial Black"/>
                <a:cs typeface="Arial Black"/>
              </a:rPr>
              <a:t> System </a:t>
            </a:r>
            <a:r>
              <a:rPr sz="2500" spc="-130" dirty="0">
                <a:latin typeface="Arial Black"/>
                <a:cs typeface="Arial Black"/>
              </a:rPr>
              <a:t>should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85" dirty="0">
                <a:latin typeface="Arial Black"/>
                <a:cs typeface="Arial Black"/>
              </a:rPr>
              <a:t>activate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29" dirty="0">
                <a:latin typeface="Arial Black"/>
                <a:cs typeface="Arial Black"/>
              </a:rPr>
              <a:t>cameras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45" dirty="0">
                <a:latin typeface="Arial Black"/>
                <a:cs typeface="Arial Black"/>
              </a:rPr>
              <a:t>and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95" dirty="0">
                <a:latin typeface="Arial Black"/>
                <a:cs typeface="Arial Black"/>
              </a:rPr>
              <a:t>alarms </a:t>
            </a:r>
            <a:r>
              <a:rPr sz="2500" spc="-150" dirty="0">
                <a:latin typeface="Arial Black"/>
                <a:cs typeface="Arial Black"/>
              </a:rPr>
              <a:t>related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00" dirty="0">
                <a:latin typeface="Arial Black"/>
                <a:cs typeface="Arial Black"/>
              </a:rPr>
              <a:t>to</a:t>
            </a:r>
            <a:r>
              <a:rPr sz="2500" spc="-200" dirty="0">
                <a:latin typeface="Arial Black"/>
                <a:cs typeface="Arial Black"/>
              </a:rPr>
              <a:t> </a:t>
            </a:r>
            <a:r>
              <a:rPr sz="2500" spc="-135" dirty="0">
                <a:latin typeface="Arial Black"/>
                <a:cs typeface="Arial Black"/>
              </a:rPr>
              <a:t>the</a:t>
            </a:r>
            <a:r>
              <a:rPr sz="2500" spc="-195" dirty="0">
                <a:latin typeface="Arial Black"/>
                <a:cs typeface="Arial Black"/>
              </a:rPr>
              <a:t> </a:t>
            </a:r>
            <a:r>
              <a:rPr sz="2500" spc="-20" dirty="0">
                <a:latin typeface="Arial Black"/>
                <a:cs typeface="Arial Black"/>
              </a:rPr>
              <a:t>bus.</a:t>
            </a:r>
            <a:endParaRPr sz="25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2856" y="9196186"/>
            <a:ext cx="1540594" cy="7620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848869" y="2709636"/>
            <a:ext cx="2439670" cy="5835650"/>
          </a:xfrm>
          <a:custGeom>
            <a:avLst/>
            <a:gdLst/>
            <a:ahLst/>
            <a:cxnLst/>
            <a:rect l="l" t="t" r="r" b="b"/>
            <a:pathLst>
              <a:path w="2439669" h="5835650">
                <a:moveTo>
                  <a:pt x="2439129" y="5835059"/>
                </a:moveTo>
                <a:lnTo>
                  <a:pt x="2417958" y="5835059"/>
                </a:lnTo>
                <a:lnTo>
                  <a:pt x="2145207" y="5758859"/>
                </a:lnTo>
                <a:lnTo>
                  <a:pt x="2100764" y="5733459"/>
                </a:lnTo>
                <a:lnTo>
                  <a:pt x="1969286" y="5695359"/>
                </a:lnTo>
                <a:lnTo>
                  <a:pt x="1926096" y="5669959"/>
                </a:lnTo>
                <a:lnTo>
                  <a:pt x="1883232" y="5657259"/>
                </a:lnTo>
                <a:lnTo>
                  <a:pt x="1840701" y="5631859"/>
                </a:lnTo>
                <a:lnTo>
                  <a:pt x="1798508" y="5619159"/>
                </a:lnTo>
                <a:lnTo>
                  <a:pt x="1756658" y="5593759"/>
                </a:lnTo>
                <a:lnTo>
                  <a:pt x="1715158" y="5581059"/>
                </a:lnTo>
                <a:lnTo>
                  <a:pt x="1674011" y="5555659"/>
                </a:lnTo>
                <a:lnTo>
                  <a:pt x="1633225" y="5542959"/>
                </a:lnTo>
                <a:lnTo>
                  <a:pt x="1513081" y="5466759"/>
                </a:lnTo>
                <a:lnTo>
                  <a:pt x="1473790" y="5441359"/>
                </a:lnTo>
                <a:lnTo>
                  <a:pt x="1434886" y="5428659"/>
                </a:lnTo>
                <a:lnTo>
                  <a:pt x="1358263" y="5377859"/>
                </a:lnTo>
                <a:lnTo>
                  <a:pt x="1283257" y="5327059"/>
                </a:lnTo>
                <a:lnTo>
                  <a:pt x="1246374" y="5301659"/>
                </a:lnTo>
                <a:lnTo>
                  <a:pt x="1209911" y="5263559"/>
                </a:lnTo>
                <a:lnTo>
                  <a:pt x="1138270" y="5212759"/>
                </a:lnTo>
                <a:lnTo>
                  <a:pt x="1068377" y="5161959"/>
                </a:lnTo>
                <a:lnTo>
                  <a:pt x="1034100" y="5123859"/>
                </a:lnTo>
                <a:lnTo>
                  <a:pt x="1000277" y="5098459"/>
                </a:lnTo>
                <a:lnTo>
                  <a:pt x="966913" y="5073059"/>
                </a:lnTo>
                <a:lnTo>
                  <a:pt x="934014" y="5034959"/>
                </a:lnTo>
                <a:lnTo>
                  <a:pt x="901585" y="5009559"/>
                </a:lnTo>
                <a:lnTo>
                  <a:pt x="869632" y="4971459"/>
                </a:lnTo>
                <a:lnTo>
                  <a:pt x="838160" y="4946059"/>
                </a:lnTo>
                <a:lnTo>
                  <a:pt x="807175" y="4907959"/>
                </a:lnTo>
                <a:lnTo>
                  <a:pt x="776682" y="4882559"/>
                </a:lnTo>
                <a:lnTo>
                  <a:pt x="746687" y="4844459"/>
                </a:lnTo>
                <a:lnTo>
                  <a:pt x="717195" y="4806359"/>
                </a:lnTo>
                <a:lnTo>
                  <a:pt x="688212" y="4780959"/>
                </a:lnTo>
                <a:lnTo>
                  <a:pt x="659743" y="4742859"/>
                </a:lnTo>
                <a:lnTo>
                  <a:pt x="631794" y="4704759"/>
                </a:lnTo>
                <a:lnTo>
                  <a:pt x="604371" y="4679359"/>
                </a:lnTo>
                <a:lnTo>
                  <a:pt x="577478" y="4641259"/>
                </a:lnTo>
                <a:lnTo>
                  <a:pt x="551122" y="4603159"/>
                </a:lnTo>
                <a:lnTo>
                  <a:pt x="525308" y="4565059"/>
                </a:lnTo>
                <a:lnTo>
                  <a:pt x="500041" y="4526959"/>
                </a:lnTo>
                <a:lnTo>
                  <a:pt x="475327" y="4488859"/>
                </a:lnTo>
                <a:lnTo>
                  <a:pt x="451172" y="4450759"/>
                </a:lnTo>
                <a:lnTo>
                  <a:pt x="427580" y="4412659"/>
                </a:lnTo>
                <a:lnTo>
                  <a:pt x="404558" y="4374559"/>
                </a:lnTo>
                <a:lnTo>
                  <a:pt x="382111" y="4336459"/>
                </a:lnTo>
                <a:lnTo>
                  <a:pt x="360245" y="4298359"/>
                </a:lnTo>
                <a:lnTo>
                  <a:pt x="338964" y="4260259"/>
                </a:lnTo>
                <a:lnTo>
                  <a:pt x="318275" y="4222159"/>
                </a:lnTo>
                <a:lnTo>
                  <a:pt x="298183" y="4184059"/>
                </a:lnTo>
                <a:lnTo>
                  <a:pt x="278693" y="4145959"/>
                </a:lnTo>
                <a:lnTo>
                  <a:pt x="259812" y="4107859"/>
                </a:lnTo>
                <a:lnTo>
                  <a:pt x="241544" y="4057059"/>
                </a:lnTo>
                <a:lnTo>
                  <a:pt x="223895" y="4018959"/>
                </a:lnTo>
                <a:lnTo>
                  <a:pt x="206871" y="3980859"/>
                </a:lnTo>
                <a:lnTo>
                  <a:pt x="190477" y="3942759"/>
                </a:lnTo>
                <a:lnTo>
                  <a:pt x="174718" y="3891959"/>
                </a:lnTo>
                <a:lnTo>
                  <a:pt x="159601" y="3853859"/>
                </a:lnTo>
                <a:lnTo>
                  <a:pt x="145130" y="3815759"/>
                </a:lnTo>
                <a:lnTo>
                  <a:pt x="131312" y="3764959"/>
                </a:lnTo>
                <a:lnTo>
                  <a:pt x="118151" y="3726859"/>
                </a:lnTo>
                <a:lnTo>
                  <a:pt x="105653" y="3688759"/>
                </a:lnTo>
                <a:lnTo>
                  <a:pt x="93824" y="3637959"/>
                </a:lnTo>
                <a:lnTo>
                  <a:pt x="82669" y="3599859"/>
                </a:lnTo>
                <a:lnTo>
                  <a:pt x="72194" y="3549059"/>
                </a:lnTo>
                <a:lnTo>
                  <a:pt x="62404" y="3510959"/>
                </a:lnTo>
                <a:lnTo>
                  <a:pt x="53305" y="3460159"/>
                </a:lnTo>
                <a:lnTo>
                  <a:pt x="44902" y="3422059"/>
                </a:lnTo>
                <a:lnTo>
                  <a:pt x="37201" y="3371259"/>
                </a:lnTo>
                <a:lnTo>
                  <a:pt x="30207" y="3333159"/>
                </a:lnTo>
                <a:lnTo>
                  <a:pt x="23926" y="3282359"/>
                </a:lnTo>
                <a:lnTo>
                  <a:pt x="18363" y="3244259"/>
                </a:lnTo>
                <a:lnTo>
                  <a:pt x="13524" y="3193459"/>
                </a:lnTo>
                <a:lnTo>
                  <a:pt x="9415" y="3142659"/>
                </a:lnTo>
                <a:lnTo>
                  <a:pt x="6040" y="3104559"/>
                </a:lnTo>
                <a:lnTo>
                  <a:pt x="3406" y="3053759"/>
                </a:lnTo>
                <a:lnTo>
                  <a:pt x="1517" y="3002959"/>
                </a:lnTo>
                <a:lnTo>
                  <a:pt x="380" y="2964859"/>
                </a:lnTo>
                <a:lnTo>
                  <a:pt x="0" y="2914059"/>
                </a:lnTo>
                <a:lnTo>
                  <a:pt x="380" y="2863259"/>
                </a:lnTo>
                <a:lnTo>
                  <a:pt x="1517" y="2825159"/>
                </a:lnTo>
                <a:lnTo>
                  <a:pt x="3406" y="2774359"/>
                </a:lnTo>
                <a:lnTo>
                  <a:pt x="6040" y="2723559"/>
                </a:lnTo>
                <a:lnTo>
                  <a:pt x="9415" y="2685459"/>
                </a:lnTo>
                <a:lnTo>
                  <a:pt x="13524" y="2634659"/>
                </a:lnTo>
                <a:lnTo>
                  <a:pt x="18363" y="2596559"/>
                </a:lnTo>
                <a:lnTo>
                  <a:pt x="23926" y="2545759"/>
                </a:lnTo>
                <a:lnTo>
                  <a:pt x="30207" y="2494959"/>
                </a:lnTo>
                <a:lnTo>
                  <a:pt x="37201" y="2456859"/>
                </a:lnTo>
                <a:lnTo>
                  <a:pt x="44902" y="2406059"/>
                </a:lnTo>
                <a:lnTo>
                  <a:pt x="53305" y="2367959"/>
                </a:lnTo>
                <a:lnTo>
                  <a:pt x="62404" y="2317159"/>
                </a:lnTo>
                <a:lnTo>
                  <a:pt x="72194" y="2279059"/>
                </a:lnTo>
                <a:lnTo>
                  <a:pt x="82669" y="2228259"/>
                </a:lnTo>
                <a:lnTo>
                  <a:pt x="93824" y="2190159"/>
                </a:lnTo>
                <a:lnTo>
                  <a:pt x="105653" y="2139359"/>
                </a:lnTo>
                <a:lnTo>
                  <a:pt x="118151" y="2101259"/>
                </a:lnTo>
                <a:lnTo>
                  <a:pt x="131312" y="2063159"/>
                </a:lnTo>
                <a:lnTo>
                  <a:pt x="145130" y="2012359"/>
                </a:lnTo>
                <a:lnTo>
                  <a:pt x="159601" y="1974259"/>
                </a:lnTo>
                <a:lnTo>
                  <a:pt x="174718" y="1936159"/>
                </a:lnTo>
                <a:lnTo>
                  <a:pt x="190477" y="1885359"/>
                </a:lnTo>
                <a:lnTo>
                  <a:pt x="206871" y="1847259"/>
                </a:lnTo>
                <a:lnTo>
                  <a:pt x="223895" y="1809159"/>
                </a:lnTo>
                <a:lnTo>
                  <a:pt x="241544" y="1771059"/>
                </a:lnTo>
                <a:lnTo>
                  <a:pt x="259812" y="1720259"/>
                </a:lnTo>
                <a:lnTo>
                  <a:pt x="278693" y="1682159"/>
                </a:lnTo>
                <a:lnTo>
                  <a:pt x="298183" y="1644059"/>
                </a:lnTo>
                <a:lnTo>
                  <a:pt x="318275" y="1605959"/>
                </a:lnTo>
                <a:lnTo>
                  <a:pt x="338964" y="1567859"/>
                </a:lnTo>
                <a:lnTo>
                  <a:pt x="360245" y="1529759"/>
                </a:lnTo>
                <a:lnTo>
                  <a:pt x="382111" y="1491659"/>
                </a:lnTo>
                <a:lnTo>
                  <a:pt x="404558" y="1453559"/>
                </a:lnTo>
                <a:lnTo>
                  <a:pt x="427580" y="1415459"/>
                </a:lnTo>
                <a:lnTo>
                  <a:pt x="451172" y="1377359"/>
                </a:lnTo>
                <a:lnTo>
                  <a:pt x="475327" y="1339259"/>
                </a:lnTo>
                <a:lnTo>
                  <a:pt x="500041" y="1301159"/>
                </a:lnTo>
                <a:lnTo>
                  <a:pt x="525308" y="1263059"/>
                </a:lnTo>
                <a:lnTo>
                  <a:pt x="551122" y="1224959"/>
                </a:lnTo>
                <a:lnTo>
                  <a:pt x="577478" y="1186859"/>
                </a:lnTo>
                <a:lnTo>
                  <a:pt x="604371" y="1148759"/>
                </a:lnTo>
                <a:lnTo>
                  <a:pt x="631794" y="1123359"/>
                </a:lnTo>
                <a:lnTo>
                  <a:pt x="659743" y="1085259"/>
                </a:lnTo>
                <a:lnTo>
                  <a:pt x="688212" y="1047159"/>
                </a:lnTo>
                <a:lnTo>
                  <a:pt x="717195" y="1021759"/>
                </a:lnTo>
                <a:lnTo>
                  <a:pt x="746687" y="983659"/>
                </a:lnTo>
                <a:lnTo>
                  <a:pt x="776682" y="945559"/>
                </a:lnTo>
                <a:lnTo>
                  <a:pt x="807175" y="920159"/>
                </a:lnTo>
                <a:lnTo>
                  <a:pt x="838160" y="882059"/>
                </a:lnTo>
                <a:lnTo>
                  <a:pt x="869632" y="856659"/>
                </a:lnTo>
                <a:lnTo>
                  <a:pt x="901585" y="818559"/>
                </a:lnTo>
                <a:lnTo>
                  <a:pt x="934014" y="793159"/>
                </a:lnTo>
                <a:lnTo>
                  <a:pt x="966913" y="755059"/>
                </a:lnTo>
                <a:lnTo>
                  <a:pt x="1000277" y="729659"/>
                </a:lnTo>
                <a:lnTo>
                  <a:pt x="1034100" y="704259"/>
                </a:lnTo>
                <a:lnTo>
                  <a:pt x="1068377" y="666159"/>
                </a:lnTo>
                <a:lnTo>
                  <a:pt x="1138270" y="615359"/>
                </a:lnTo>
                <a:lnTo>
                  <a:pt x="1209911" y="564559"/>
                </a:lnTo>
                <a:lnTo>
                  <a:pt x="1246374" y="526459"/>
                </a:lnTo>
                <a:lnTo>
                  <a:pt x="1320555" y="475659"/>
                </a:lnTo>
                <a:lnTo>
                  <a:pt x="1396375" y="424859"/>
                </a:lnTo>
                <a:lnTo>
                  <a:pt x="1434886" y="412159"/>
                </a:lnTo>
                <a:lnTo>
                  <a:pt x="1552754" y="335959"/>
                </a:lnTo>
                <a:lnTo>
                  <a:pt x="1592804" y="310559"/>
                </a:lnTo>
                <a:lnTo>
                  <a:pt x="1633225" y="297859"/>
                </a:lnTo>
                <a:lnTo>
                  <a:pt x="1715158" y="247059"/>
                </a:lnTo>
                <a:lnTo>
                  <a:pt x="1756658" y="234359"/>
                </a:lnTo>
                <a:lnTo>
                  <a:pt x="1798508" y="208959"/>
                </a:lnTo>
                <a:lnTo>
                  <a:pt x="1840701" y="196259"/>
                </a:lnTo>
                <a:lnTo>
                  <a:pt x="1883232" y="170859"/>
                </a:lnTo>
                <a:lnTo>
                  <a:pt x="1926096" y="158159"/>
                </a:lnTo>
                <a:lnTo>
                  <a:pt x="1969286" y="132759"/>
                </a:lnTo>
                <a:lnTo>
                  <a:pt x="2145207" y="81959"/>
                </a:lnTo>
                <a:lnTo>
                  <a:pt x="2189949" y="56559"/>
                </a:lnTo>
                <a:lnTo>
                  <a:pt x="2371802" y="5759"/>
                </a:lnTo>
                <a:lnTo>
                  <a:pt x="2417958" y="5759"/>
                </a:lnTo>
                <a:lnTo>
                  <a:pt x="2439129" y="0"/>
                </a:lnTo>
                <a:lnTo>
                  <a:pt x="2439129" y="5835059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7435471"/>
            <a:ext cx="5387975" cy="2851785"/>
          </a:xfrm>
          <a:custGeom>
            <a:avLst/>
            <a:gdLst/>
            <a:ahLst/>
            <a:cxnLst/>
            <a:rect l="l" t="t" r="r" b="b"/>
            <a:pathLst>
              <a:path w="5387975" h="2851784">
                <a:moveTo>
                  <a:pt x="1818239" y="12699"/>
                </a:moveTo>
                <a:lnTo>
                  <a:pt x="1520051" y="12699"/>
                </a:lnTo>
                <a:lnTo>
                  <a:pt x="1569592" y="0"/>
                </a:lnTo>
                <a:lnTo>
                  <a:pt x="1768697" y="0"/>
                </a:lnTo>
                <a:lnTo>
                  <a:pt x="1818239" y="12699"/>
                </a:lnTo>
                <a:close/>
              </a:path>
              <a:path w="5387975" h="2851784">
                <a:moveTo>
                  <a:pt x="2014747" y="25399"/>
                </a:moveTo>
                <a:lnTo>
                  <a:pt x="1323543" y="25399"/>
                </a:lnTo>
                <a:lnTo>
                  <a:pt x="1372413" y="12699"/>
                </a:lnTo>
                <a:lnTo>
                  <a:pt x="1965876" y="12699"/>
                </a:lnTo>
                <a:lnTo>
                  <a:pt x="2014747" y="25399"/>
                </a:lnTo>
                <a:close/>
              </a:path>
              <a:path w="5387975" h="2851784">
                <a:moveTo>
                  <a:pt x="2160279" y="38099"/>
                </a:moveTo>
                <a:lnTo>
                  <a:pt x="1178011" y="38099"/>
                </a:lnTo>
                <a:lnTo>
                  <a:pt x="1226337" y="25399"/>
                </a:lnTo>
                <a:lnTo>
                  <a:pt x="2111952" y="25399"/>
                </a:lnTo>
                <a:lnTo>
                  <a:pt x="2160279" y="38099"/>
                </a:lnTo>
                <a:close/>
              </a:path>
              <a:path w="5387975" h="2851784">
                <a:moveTo>
                  <a:pt x="2256361" y="50799"/>
                </a:moveTo>
                <a:lnTo>
                  <a:pt x="1081928" y="50799"/>
                </a:lnTo>
                <a:lnTo>
                  <a:pt x="1129873" y="38099"/>
                </a:lnTo>
                <a:lnTo>
                  <a:pt x="2208417" y="38099"/>
                </a:lnTo>
                <a:lnTo>
                  <a:pt x="2256361" y="50799"/>
                </a:lnTo>
                <a:close/>
              </a:path>
              <a:path w="5387975" h="2851784">
                <a:moveTo>
                  <a:pt x="2398998" y="76199"/>
                </a:moveTo>
                <a:lnTo>
                  <a:pt x="939292" y="76199"/>
                </a:lnTo>
                <a:lnTo>
                  <a:pt x="1034181" y="50799"/>
                </a:lnTo>
                <a:lnTo>
                  <a:pt x="2304109" y="50799"/>
                </a:lnTo>
                <a:lnTo>
                  <a:pt x="2398998" y="76199"/>
                </a:lnTo>
                <a:close/>
              </a:path>
              <a:path w="5387975" h="2851784">
                <a:moveTo>
                  <a:pt x="2632500" y="126999"/>
                </a:moveTo>
                <a:lnTo>
                  <a:pt x="705790" y="126999"/>
                </a:lnTo>
                <a:lnTo>
                  <a:pt x="892158" y="76199"/>
                </a:lnTo>
                <a:lnTo>
                  <a:pt x="2446131" y="76199"/>
                </a:lnTo>
                <a:lnTo>
                  <a:pt x="2632500" y="126999"/>
                </a:lnTo>
                <a:close/>
              </a:path>
              <a:path w="5387975" h="2851784">
                <a:moveTo>
                  <a:pt x="5387809" y="2851527"/>
                </a:moveTo>
                <a:lnTo>
                  <a:pt x="0" y="2851527"/>
                </a:lnTo>
                <a:lnTo>
                  <a:pt x="0" y="367983"/>
                </a:lnTo>
                <a:lnTo>
                  <a:pt x="41470" y="342899"/>
                </a:lnTo>
                <a:lnTo>
                  <a:pt x="126605" y="317499"/>
                </a:lnTo>
                <a:lnTo>
                  <a:pt x="169593" y="292099"/>
                </a:lnTo>
                <a:lnTo>
                  <a:pt x="256391" y="266699"/>
                </a:lnTo>
                <a:lnTo>
                  <a:pt x="300192" y="241299"/>
                </a:lnTo>
                <a:lnTo>
                  <a:pt x="477993" y="190499"/>
                </a:lnTo>
                <a:lnTo>
                  <a:pt x="523073" y="165099"/>
                </a:lnTo>
                <a:lnTo>
                  <a:pt x="659758" y="126999"/>
                </a:lnTo>
                <a:lnTo>
                  <a:pt x="2678531" y="126999"/>
                </a:lnTo>
                <a:lnTo>
                  <a:pt x="2815217" y="165099"/>
                </a:lnTo>
                <a:lnTo>
                  <a:pt x="2860296" y="190499"/>
                </a:lnTo>
                <a:lnTo>
                  <a:pt x="3038097" y="241299"/>
                </a:lnTo>
                <a:lnTo>
                  <a:pt x="3081899" y="266699"/>
                </a:lnTo>
                <a:lnTo>
                  <a:pt x="3168696" y="292099"/>
                </a:lnTo>
                <a:lnTo>
                  <a:pt x="3211684" y="317499"/>
                </a:lnTo>
                <a:lnTo>
                  <a:pt x="3296819" y="342899"/>
                </a:lnTo>
                <a:lnTo>
                  <a:pt x="3380807" y="393699"/>
                </a:lnTo>
                <a:lnTo>
                  <a:pt x="3422360" y="406399"/>
                </a:lnTo>
                <a:lnTo>
                  <a:pt x="3463616" y="431799"/>
                </a:lnTo>
                <a:lnTo>
                  <a:pt x="3504568" y="444499"/>
                </a:lnTo>
                <a:lnTo>
                  <a:pt x="3625573" y="520699"/>
                </a:lnTo>
                <a:lnTo>
                  <a:pt x="3665277" y="533399"/>
                </a:lnTo>
                <a:lnTo>
                  <a:pt x="3782440" y="609599"/>
                </a:lnTo>
                <a:lnTo>
                  <a:pt x="3896600" y="685799"/>
                </a:lnTo>
                <a:lnTo>
                  <a:pt x="4007651" y="761999"/>
                </a:lnTo>
                <a:lnTo>
                  <a:pt x="4079906" y="812799"/>
                </a:lnTo>
                <a:lnTo>
                  <a:pt x="4115488" y="850899"/>
                </a:lnTo>
                <a:lnTo>
                  <a:pt x="4150700" y="876299"/>
                </a:lnTo>
                <a:lnTo>
                  <a:pt x="4220004" y="927099"/>
                </a:lnTo>
                <a:lnTo>
                  <a:pt x="4254086" y="965199"/>
                </a:lnTo>
                <a:lnTo>
                  <a:pt x="4321094" y="1015999"/>
                </a:lnTo>
                <a:lnTo>
                  <a:pt x="4354012" y="1054099"/>
                </a:lnTo>
                <a:lnTo>
                  <a:pt x="4386533" y="1079499"/>
                </a:lnTo>
                <a:lnTo>
                  <a:pt x="4418654" y="1117599"/>
                </a:lnTo>
                <a:lnTo>
                  <a:pt x="4450371" y="1142999"/>
                </a:lnTo>
                <a:lnTo>
                  <a:pt x="4481679" y="1181099"/>
                </a:lnTo>
                <a:lnTo>
                  <a:pt x="4512576" y="1206499"/>
                </a:lnTo>
                <a:lnTo>
                  <a:pt x="4543058" y="1244599"/>
                </a:lnTo>
                <a:lnTo>
                  <a:pt x="4573119" y="1282699"/>
                </a:lnTo>
                <a:lnTo>
                  <a:pt x="4602757" y="1308099"/>
                </a:lnTo>
                <a:lnTo>
                  <a:pt x="4631967" y="1346199"/>
                </a:lnTo>
                <a:lnTo>
                  <a:pt x="4660746" y="1384299"/>
                </a:lnTo>
                <a:lnTo>
                  <a:pt x="4689090" y="1409699"/>
                </a:lnTo>
                <a:lnTo>
                  <a:pt x="4716994" y="1447799"/>
                </a:lnTo>
                <a:lnTo>
                  <a:pt x="4744455" y="1485899"/>
                </a:lnTo>
                <a:lnTo>
                  <a:pt x="4771469" y="1523999"/>
                </a:lnTo>
                <a:lnTo>
                  <a:pt x="4798032" y="1549399"/>
                </a:lnTo>
                <a:lnTo>
                  <a:pt x="4824141" y="1587499"/>
                </a:lnTo>
                <a:lnTo>
                  <a:pt x="4849790" y="1625599"/>
                </a:lnTo>
                <a:lnTo>
                  <a:pt x="4874977" y="1663699"/>
                </a:lnTo>
                <a:lnTo>
                  <a:pt x="4899697" y="1701799"/>
                </a:lnTo>
                <a:lnTo>
                  <a:pt x="4923946" y="1739899"/>
                </a:lnTo>
                <a:lnTo>
                  <a:pt x="4947722" y="1777999"/>
                </a:lnTo>
                <a:lnTo>
                  <a:pt x="4971018" y="1816099"/>
                </a:lnTo>
                <a:lnTo>
                  <a:pt x="4993833" y="1854199"/>
                </a:lnTo>
                <a:lnTo>
                  <a:pt x="5016162" y="1892299"/>
                </a:lnTo>
                <a:lnTo>
                  <a:pt x="5038000" y="1930399"/>
                </a:lnTo>
                <a:lnTo>
                  <a:pt x="5059345" y="1968499"/>
                </a:lnTo>
                <a:lnTo>
                  <a:pt x="5080191" y="2006599"/>
                </a:lnTo>
                <a:lnTo>
                  <a:pt x="5100536" y="2044699"/>
                </a:lnTo>
                <a:lnTo>
                  <a:pt x="5120375" y="2082799"/>
                </a:lnTo>
                <a:lnTo>
                  <a:pt x="5139705" y="2133599"/>
                </a:lnTo>
                <a:lnTo>
                  <a:pt x="5158521" y="2171699"/>
                </a:lnTo>
                <a:lnTo>
                  <a:pt x="5176819" y="2209799"/>
                </a:lnTo>
                <a:lnTo>
                  <a:pt x="5194597" y="2247899"/>
                </a:lnTo>
                <a:lnTo>
                  <a:pt x="5211849" y="2285999"/>
                </a:lnTo>
                <a:lnTo>
                  <a:pt x="5228572" y="2336799"/>
                </a:lnTo>
                <a:lnTo>
                  <a:pt x="5244762" y="2374899"/>
                </a:lnTo>
                <a:lnTo>
                  <a:pt x="5260415" y="2412999"/>
                </a:lnTo>
                <a:lnTo>
                  <a:pt x="5275527" y="2463799"/>
                </a:lnTo>
                <a:lnTo>
                  <a:pt x="5290094" y="2501899"/>
                </a:lnTo>
                <a:lnTo>
                  <a:pt x="5304113" y="2539999"/>
                </a:lnTo>
                <a:lnTo>
                  <a:pt x="5317579" y="2590799"/>
                </a:lnTo>
                <a:lnTo>
                  <a:pt x="5330488" y="2628899"/>
                </a:lnTo>
                <a:lnTo>
                  <a:pt x="5342838" y="2679699"/>
                </a:lnTo>
                <a:lnTo>
                  <a:pt x="5354623" y="2717799"/>
                </a:lnTo>
                <a:lnTo>
                  <a:pt x="5365839" y="2755899"/>
                </a:lnTo>
                <a:lnTo>
                  <a:pt x="5376484" y="2806699"/>
                </a:lnTo>
                <a:lnTo>
                  <a:pt x="5386552" y="2844799"/>
                </a:lnTo>
                <a:lnTo>
                  <a:pt x="5387809" y="2851527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28704" y="0"/>
            <a:ext cx="4657725" cy="742950"/>
          </a:xfrm>
          <a:custGeom>
            <a:avLst/>
            <a:gdLst/>
            <a:ahLst/>
            <a:cxnLst/>
            <a:rect l="l" t="t" r="r" b="b"/>
            <a:pathLst>
              <a:path w="4657725" h="742950">
                <a:moveTo>
                  <a:pt x="3105802" y="679118"/>
                </a:moveTo>
                <a:lnTo>
                  <a:pt x="1551829" y="679118"/>
                </a:lnTo>
                <a:lnTo>
                  <a:pt x="1003928" y="526718"/>
                </a:lnTo>
                <a:lnTo>
                  <a:pt x="959863" y="514018"/>
                </a:lnTo>
                <a:lnTo>
                  <a:pt x="916061" y="488618"/>
                </a:lnTo>
                <a:lnTo>
                  <a:pt x="829264" y="463218"/>
                </a:lnTo>
                <a:lnTo>
                  <a:pt x="786276" y="437818"/>
                </a:lnTo>
                <a:lnTo>
                  <a:pt x="743567" y="425118"/>
                </a:lnTo>
                <a:lnTo>
                  <a:pt x="701141" y="399718"/>
                </a:lnTo>
                <a:lnTo>
                  <a:pt x="659002" y="387018"/>
                </a:lnTo>
                <a:lnTo>
                  <a:pt x="617153" y="361618"/>
                </a:lnTo>
                <a:lnTo>
                  <a:pt x="575600" y="348918"/>
                </a:lnTo>
                <a:lnTo>
                  <a:pt x="493392" y="298118"/>
                </a:lnTo>
                <a:lnTo>
                  <a:pt x="452745" y="285418"/>
                </a:lnTo>
                <a:lnTo>
                  <a:pt x="332683" y="209218"/>
                </a:lnTo>
                <a:lnTo>
                  <a:pt x="293302" y="196518"/>
                </a:lnTo>
                <a:lnTo>
                  <a:pt x="177128" y="120318"/>
                </a:lnTo>
                <a:lnTo>
                  <a:pt x="63992" y="44118"/>
                </a:lnTo>
                <a:lnTo>
                  <a:pt x="0" y="0"/>
                </a:lnTo>
                <a:lnTo>
                  <a:pt x="4657631" y="0"/>
                </a:lnTo>
                <a:lnTo>
                  <a:pt x="4593638" y="44118"/>
                </a:lnTo>
                <a:lnTo>
                  <a:pt x="4480503" y="120318"/>
                </a:lnTo>
                <a:lnTo>
                  <a:pt x="4364329" y="196518"/>
                </a:lnTo>
                <a:lnTo>
                  <a:pt x="4324947" y="209218"/>
                </a:lnTo>
                <a:lnTo>
                  <a:pt x="4204885" y="285418"/>
                </a:lnTo>
                <a:lnTo>
                  <a:pt x="4164239" y="298118"/>
                </a:lnTo>
                <a:lnTo>
                  <a:pt x="4082031" y="348918"/>
                </a:lnTo>
                <a:lnTo>
                  <a:pt x="4040477" y="361618"/>
                </a:lnTo>
                <a:lnTo>
                  <a:pt x="3998629" y="387018"/>
                </a:lnTo>
                <a:lnTo>
                  <a:pt x="3956490" y="399718"/>
                </a:lnTo>
                <a:lnTo>
                  <a:pt x="3914064" y="425118"/>
                </a:lnTo>
                <a:lnTo>
                  <a:pt x="3871355" y="437818"/>
                </a:lnTo>
                <a:lnTo>
                  <a:pt x="3828367" y="463218"/>
                </a:lnTo>
                <a:lnTo>
                  <a:pt x="3741569" y="488618"/>
                </a:lnTo>
                <a:lnTo>
                  <a:pt x="3697768" y="514018"/>
                </a:lnTo>
                <a:lnTo>
                  <a:pt x="3653703" y="526718"/>
                </a:lnTo>
                <a:lnTo>
                  <a:pt x="3105802" y="679118"/>
                </a:lnTo>
                <a:close/>
              </a:path>
              <a:path w="4657725" h="742950">
                <a:moveTo>
                  <a:pt x="2963779" y="704518"/>
                </a:moveTo>
                <a:lnTo>
                  <a:pt x="1693851" y="704518"/>
                </a:lnTo>
                <a:lnTo>
                  <a:pt x="1598962" y="679118"/>
                </a:lnTo>
                <a:lnTo>
                  <a:pt x="3058668" y="679118"/>
                </a:lnTo>
                <a:lnTo>
                  <a:pt x="2963779" y="704518"/>
                </a:lnTo>
                <a:close/>
              </a:path>
              <a:path w="4657725" h="742950">
                <a:moveTo>
                  <a:pt x="2868087" y="717218"/>
                </a:moveTo>
                <a:lnTo>
                  <a:pt x="1789543" y="717218"/>
                </a:lnTo>
                <a:lnTo>
                  <a:pt x="1741599" y="704518"/>
                </a:lnTo>
                <a:lnTo>
                  <a:pt x="2916032" y="704518"/>
                </a:lnTo>
                <a:lnTo>
                  <a:pt x="2868087" y="717218"/>
                </a:lnTo>
                <a:close/>
              </a:path>
              <a:path w="4657725" h="742950">
                <a:moveTo>
                  <a:pt x="2771623" y="729918"/>
                </a:moveTo>
                <a:lnTo>
                  <a:pt x="1886008" y="729918"/>
                </a:lnTo>
                <a:lnTo>
                  <a:pt x="1837681" y="717218"/>
                </a:lnTo>
                <a:lnTo>
                  <a:pt x="2819949" y="717218"/>
                </a:lnTo>
                <a:lnTo>
                  <a:pt x="2771623" y="729918"/>
                </a:lnTo>
                <a:close/>
              </a:path>
              <a:path w="4657725" h="742950">
                <a:moveTo>
                  <a:pt x="2625547" y="742618"/>
                </a:moveTo>
                <a:lnTo>
                  <a:pt x="2032084" y="742618"/>
                </a:lnTo>
                <a:lnTo>
                  <a:pt x="1983213" y="729918"/>
                </a:lnTo>
                <a:lnTo>
                  <a:pt x="2674417" y="729918"/>
                </a:lnTo>
                <a:lnTo>
                  <a:pt x="2625547" y="742618"/>
                </a:lnTo>
                <a:close/>
              </a:path>
            </a:pathLst>
          </a:custGeom>
          <a:solidFill>
            <a:srgbClr val="B37D8F">
              <a:alpha val="63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0711" y="4814951"/>
            <a:ext cx="61785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70" dirty="0"/>
              <a:t>THANKS</a:t>
            </a:r>
            <a:r>
              <a:rPr sz="3500" spc="130" dirty="0"/>
              <a:t> </a:t>
            </a:r>
            <a:r>
              <a:rPr sz="3500" dirty="0"/>
              <a:t>FOR</a:t>
            </a:r>
            <a:r>
              <a:rPr sz="3500" spc="130" dirty="0"/>
              <a:t> </a:t>
            </a:r>
            <a:r>
              <a:rPr sz="3500" dirty="0"/>
              <a:t>YOUR</a:t>
            </a:r>
            <a:r>
              <a:rPr sz="3500" spc="130" dirty="0"/>
              <a:t> </a:t>
            </a:r>
            <a:r>
              <a:rPr sz="3500" spc="-10" dirty="0"/>
              <a:t>LISTENING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1554</Words>
  <Application>Microsoft Office PowerPoint</Application>
  <PresentationFormat>Custom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 Black</vt:lpstr>
      <vt:lpstr>Cambria</vt:lpstr>
      <vt:lpstr>Georgia</vt:lpstr>
      <vt:lpstr>Office Theme</vt:lpstr>
      <vt:lpstr>Bus Rapid Transit (BRT)</vt:lpstr>
      <vt:lpstr>PowerPoint Presentation</vt:lpstr>
      <vt:lpstr>Jordan Rapid Bus System Components</vt:lpstr>
      <vt:lpstr>Dynamic Creation &amp; Control of Buses (Problem 1)</vt:lpstr>
      <vt:lpstr>Use Case Scenario – Dynamic Creation &amp; Control of Buses</vt:lpstr>
      <vt:lpstr>PowerPoint Presentation</vt:lpstr>
      <vt:lpstr>Test Case:</vt:lpstr>
      <vt:lpstr>UI Updates on Bus Status (Problem2)</vt:lpstr>
      <vt:lpstr>Use Case Scenario:</vt:lpstr>
      <vt:lpstr>PowerPoint Presentation</vt:lpstr>
      <vt:lpstr>Test Case:</vt:lpstr>
      <vt:lpstr>Encapsulating Bus Operations with Undo Support (Problem 3)</vt:lpstr>
      <vt:lpstr>Use Case Scenario</vt:lpstr>
      <vt:lpstr>Test Case:</vt:lpstr>
      <vt:lpstr>PowerPoint Presentation</vt:lpstr>
      <vt:lpstr>Simplify Complex Subsystem Access for Fast Bus Control (Problem 4)</vt:lpstr>
      <vt:lpstr>Solution using Facade Pattern (Structural Design Pattern):</vt:lpstr>
      <vt:lpstr>PowerPoint Presentation</vt:lpstr>
      <vt:lpstr>Test Case: Activate Fast Bus mode</vt:lpstr>
      <vt:lpstr>PowerPoint Presentation</vt:lpstr>
      <vt:lpstr>THANKS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 Rapid Transit (BRT)</dc:title>
  <dc:creator>Amal Al-Da'abseh</dc:creator>
  <cp:keywords>DAGw_8zAWUU,BAFzl3D0Maw,0</cp:keywords>
  <cp:lastModifiedBy>Amal Al Da'abseh</cp:lastModifiedBy>
  <cp:revision>2</cp:revision>
  <dcterms:created xsi:type="dcterms:W3CDTF">2025-08-25T06:27:46Z</dcterms:created>
  <dcterms:modified xsi:type="dcterms:W3CDTF">2026-10-07T18:14:14Z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2025-08-24T00:00:00Z</vt:filetime>
  </property>
  <property fmtid="{D5CDD505-2E9C-101B-9397-08002B2CF9AE}" pid="3" name="Creator">
    <vt:lpwstr>Canva</vt:lpwstr>
  </property>
  <property fmtid="{D5CDD505-2E9C-101B-9397-08002B2CF9AE}" pid="4" name="LastSaved">
    <vt:filetime>2025-08-25T00:00:00Z</vt:filetime>
  </property>
  <property fmtid="{D5CDD505-2E9C-101B-9397-08002B2CF9AE}" pid="5" name="Producer">
    <vt:lpwstr>Canva</vt:lpwstr>
  </property>
</Properties>
</file>